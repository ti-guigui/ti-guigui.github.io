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commentAuthors.xml" ContentType="application/vnd.openxmlformats-officedocument.presentationml.commentAuthors+xml"/>
  <Override PartName="/ppt/slideLayouts/slideLayout10.xml" ContentType="application/vnd.openxmlformats-officedocument.presentationml.slideLayout+xml"/>
  <Override PartName="/ppt/comments/comment1.xml" ContentType="application/vnd.openxmlformats-officedocument.presentationml.comments+xml"/>
  <Override PartName="/ppt/notesSlides/notesSlide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9" r:id="rId2"/>
    <p:sldId id="258" r:id="rId3"/>
    <p:sldId id="260" r:id="rId4"/>
    <p:sldId id="261" r:id="rId5"/>
    <p:sldId id="262" r:id="rId6"/>
    <p:sldId id="263" r:id="rId7"/>
    <p:sldId id="264" r:id="rId8"/>
    <p:sldId id="265" r:id="rId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Franck" initials="F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1" autoAdjust="0"/>
    <p:restoredTop sz="79429" autoAdjust="0"/>
  </p:normalViewPr>
  <p:slideViewPr>
    <p:cSldViewPr>
      <p:cViewPr varScale="1">
        <p:scale>
          <a:sx n="69" d="100"/>
          <a:sy n="69" d="100"/>
        </p:scale>
        <p:origin x="-1518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7" d="100"/>
          <a:sy n="67" d="100"/>
        </p:scale>
        <p:origin x="-2748" y="-114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09-03-23T15:28:10.121" idx="1">
    <p:pos x="10" y="10"/>
    <p:text/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B86733-855C-4F70-A0E9-6E23885D1594}" type="datetimeFigureOut">
              <a:rPr lang="fr-FR" smtClean="0"/>
              <a:pPr/>
              <a:t>23/03/2009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59381A-6F59-4FD3-A085-63758613F800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48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0484" name="Espace réservé du pied de page 4"/>
          <p:cNvSpPr>
            <a:spLocks noGrp="1"/>
          </p:cNvSpPr>
          <p:nvPr>
            <p:ph type="ftr" sz="quarter" idx="4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FOR 2A/B - Janvier - Mars 2009 - SDIS 51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50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1508" name="Espace réservé du pied de page 4"/>
          <p:cNvSpPr>
            <a:spLocks noGrp="1"/>
          </p:cNvSpPr>
          <p:nvPr>
            <p:ph type="ftr" sz="quarter" idx="4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FOR 2A/B - Janvier - Mars 2009 - SDIS 51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59381A-6F59-4FD3-A085-63758613F800}" type="slidenum">
              <a:rPr lang="fr-FR" smtClean="0"/>
              <a:pPr/>
              <a:t>3</a:t>
            </a:fld>
            <a:endParaRPr lang="fr-F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ü"/>
            </a:pPr>
            <a:r>
              <a:rPr lang="fr-FR" dirty="0" smtClean="0"/>
              <a:t>Modifications du schéma corporel</a:t>
            </a:r>
          </a:p>
          <a:p>
            <a:pPr>
              <a:buNone/>
            </a:pPr>
            <a:r>
              <a:rPr lang="fr-FR" dirty="0" smtClean="0"/>
              <a:t>    Le port de l’ARI ajoute au porteur poids et volume. La faculté à repérer son corps en mouvement devient donc plus difficile.</a:t>
            </a:r>
          </a:p>
          <a:p>
            <a:pPr>
              <a:buNone/>
            </a:pPr>
            <a:endParaRPr lang="fr-FR" dirty="0" smtClean="0"/>
          </a:p>
          <a:p>
            <a:pPr>
              <a:buFont typeface="Wingdings" pitchFamily="2" charset="2"/>
              <a:buChar char="Ø"/>
            </a:pPr>
            <a:r>
              <a:rPr lang="fr-FR" dirty="0" smtClean="0"/>
              <a:t>Modification des capacités de mobilisation de l’axe tête-cou-tronc qui deviennent limitées, que ce soit en flexion, extension ou rotation</a:t>
            </a:r>
          </a:p>
          <a:p>
            <a:pPr>
              <a:buFont typeface="Wingdings" pitchFamily="2" charset="2"/>
              <a:buChar char="Ø"/>
            </a:pPr>
            <a:r>
              <a:rPr lang="fr-FR" dirty="0" smtClean="0"/>
              <a:t>Augmentation du gabarit du porteur (ex: + 50 à 60% pour la circonférence thoracique), gêne la progression lors de passages délicats</a:t>
            </a:r>
          </a:p>
          <a:p>
            <a:pPr>
              <a:buFont typeface="Wingdings" pitchFamily="2" charset="2"/>
              <a:buChar char="Ø"/>
            </a:pPr>
            <a:r>
              <a:rPr lang="fr-FR" dirty="0" smtClean="0"/>
              <a:t>Création d’un ballant d’inertie, augmenté lors de mouvements particuliers ou de passage d’obstacles.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59381A-6F59-4FD3-A085-63758613F800}" type="slidenum">
              <a:rPr lang="fr-FR" smtClean="0"/>
              <a:pPr/>
              <a:t>4</a:t>
            </a:fld>
            <a:endParaRPr lang="fr-F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ü"/>
            </a:pPr>
            <a:r>
              <a:rPr lang="fr-FR" b="1" dirty="0" smtClean="0"/>
              <a:t>Déficit sensoriel</a:t>
            </a:r>
          </a:p>
          <a:p>
            <a:pPr marL="0" indent="0">
              <a:buNone/>
            </a:pPr>
            <a:r>
              <a:rPr lang="fr-FR" dirty="0" smtClean="0"/>
              <a:t>Celui-ci majore les difficultés de progression et de mise en œuvre des actions requises par l’intervention.</a:t>
            </a:r>
          </a:p>
          <a:p>
            <a:pPr marL="0" indent="0">
              <a:buNone/>
            </a:pPr>
            <a:endParaRPr lang="fr-FR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lang="fr-FR" dirty="0" smtClean="0"/>
              <a:t>Champ visuel : réduit par la pièce facial, les mouvements de tête doivent être amplifiés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lang="fr-FR" dirty="0" smtClean="0"/>
              <a:t>Acuité visuelle diminuée, d’autant si buée à l’intérieur ou projections et fumées à l’extérieur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dirty="0" smtClean="0"/>
          </a:p>
          <a:p>
            <a:pPr marL="0" indent="0">
              <a:buNone/>
            </a:pPr>
            <a:endParaRPr lang="fr-FR" dirty="0" smtClean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59381A-6F59-4FD3-A085-63758613F800}" type="slidenum">
              <a:rPr lang="fr-FR" smtClean="0"/>
              <a:pPr/>
              <a:t>5</a:t>
            </a:fld>
            <a:endParaRPr lang="fr-F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lang="fr-FR" dirty="0" smtClean="0"/>
              <a:t>Acuité auditive perturbée (détente des gaz de l’A.R.I .) =&gt; bruits extérieurs parfois non perçus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lang="fr-FR" dirty="0" smtClean="0"/>
              <a:t>Perte de l’odorat : non  perception des odeurs de gaz ou des vapeurs d’hydrocarbures =&gt; danger supplémentaire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lang="fr-FR" dirty="0" smtClean="0"/>
              <a:t>Perception des rayonnements limitée entre autre par la pièce faciale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dirty="0" smtClean="0"/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59381A-6F59-4FD3-A085-63758613F800}" type="slidenum">
              <a:rPr lang="fr-FR" smtClean="0"/>
              <a:pPr/>
              <a:t>6</a:t>
            </a:fld>
            <a:endParaRPr lang="fr-F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dirty="0" smtClean="0"/>
              <a:t>Difficultés</a:t>
            </a:r>
            <a:r>
              <a:rPr lang="fr-FR" baseline="0" dirty="0" smtClean="0"/>
              <a:t> liées à l’association tenue de feu et A.R.I.</a:t>
            </a:r>
          </a:p>
          <a:p>
            <a:r>
              <a:rPr lang="fr-FR" baseline="0" dirty="0" smtClean="0"/>
              <a:t>Perception de l’espace et de l’environnement limitée</a:t>
            </a:r>
          </a:p>
          <a:p>
            <a:r>
              <a:rPr lang="fr-FR" baseline="0" dirty="0" smtClean="0"/>
              <a:t>Réception : présence du casque et de l’ARI (bruits de détente des gaz) </a:t>
            </a:r>
          </a:p>
          <a:p>
            <a:r>
              <a:rPr lang="fr-FR" baseline="0" dirty="0" smtClean="0"/>
              <a:t>Emission : pour les mêmes raisons, voix pas perceptible au-delà de 1 ou 2 mètres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59381A-6F59-4FD3-A085-63758613F800}" type="slidenum">
              <a:rPr lang="fr-FR" smtClean="0"/>
              <a:pPr/>
              <a:t>7</a:t>
            </a:fld>
            <a:endParaRPr lang="fr-F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59381A-6F59-4FD3-A085-63758613F800}" type="slidenum">
              <a:rPr lang="fr-FR" smtClean="0"/>
              <a:pPr/>
              <a:t>8</a:t>
            </a:fld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23/03/2009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23/03/2009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23/03/2009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23/03/2009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23/03/2009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23/03/2009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23/03/2009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23/03/2009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23/03/2009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23/03/2009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23/03/2009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23/03/2009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5" Type="http://schemas.openxmlformats.org/officeDocument/2006/relationships/comments" Target="../comments/comment1.xml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4" descr="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76600" y="188913"/>
            <a:ext cx="2055813" cy="2636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51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95288" y="2997200"/>
            <a:ext cx="8353425" cy="182721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fr-FR" sz="4000" smtClean="0"/>
              <a:t>Techniques Opérationnelles </a:t>
            </a:r>
            <a:br>
              <a:rPr lang="fr-FR" sz="4000" smtClean="0"/>
            </a:br>
            <a:r>
              <a:rPr lang="fr-FR" sz="4000" smtClean="0"/>
              <a:t>Niveau 1 - SPV</a:t>
            </a:r>
            <a:br>
              <a:rPr lang="fr-FR" sz="4000" smtClean="0"/>
            </a:br>
            <a:endParaRPr lang="fr-FR" sz="4000" smtClean="0"/>
          </a:p>
        </p:txBody>
      </p:sp>
      <p:sp>
        <p:nvSpPr>
          <p:cNvPr id="2052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50825" y="6072188"/>
            <a:ext cx="8713788" cy="477837"/>
          </a:xfrm>
        </p:spPr>
        <p:txBody>
          <a:bodyPr/>
          <a:lstStyle/>
          <a:p>
            <a:pPr algn="l" eaLnBrk="1" hangingPunct="1"/>
            <a:endParaRPr lang="fr-FR" sz="1000" smtClean="0"/>
          </a:p>
          <a:p>
            <a:pPr eaLnBrk="1" hangingPunct="1"/>
            <a:endParaRPr lang="fr-FR" sz="10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428625" y="285750"/>
            <a:ext cx="8229600" cy="633413"/>
          </a:xfrm>
        </p:spPr>
        <p:txBody>
          <a:bodyPr>
            <a:normAutofit fontScale="90000"/>
          </a:bodyPr>
          <a:lstStyle/>
          <a:p>
            <a:pPr eaLnBrk="1" hangingPunct="1"/>
            <a:endParaRPr lang="fr-FR" sz="3600" smtClean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88" y="1071563"/>
            <a:ext cx="8785225" cy="5453062"/>
          </a:xfrm>
        </p:spPr>
        <p:txBody>
          <a:bodyPr/>
          <a:lstStyle/>
          <a:p>
            <a:pPr marL="361950" indent="0" eaLnBrk="1" hangingPunct="1">
              <a:buFontTx/>
              <a:buNone/>
              <a:defRPr/>
            </a:pPr>
            <a:r>
              <a:rPr lang="fr-FR" sz="4000" dirty="0" smtClean="0"/>
              <a:t>PARTIE B : Appareil Respiratoire Isolant</a:t>
            </a:r>
          </a:p>
          <a:p>
            <a:pPr eaLnBrk="1" hangingPunct="1">
              <a:buFontTx/>
              <a:buNone/>
              <a:defRPr/>
            </a:pPr>
            <a:endParaRPr lang="fr-FR" sz="2800" dirty="0" smtClean="0"/>
          </a:p>
          <a:p>
            <a:pPr indent="19050" eaLnBrk="1" hangingPunct="1">
              <a:buFontTx/>
              <a:buNone/>
              <a:defRPr/>
            </a:pPr>
            <a:r>
              <a:rPr lang="fr-FR" sz="2800" dirty="0" smtClean="0"/>
              <a:t>Séquence B2 : Les contraintes physiologiques</a:t>
            </a:r>
          </a:p>
          <a:p>
            <a:pPr indent="19050" eaLnBrk="1" hangingPunct="1">
              <a:buFontTx/>
              <a:buNone/>
              <a:defRPr/>
            </a:pPr>
            <a:endParaRPr lang="fr-FR" sz="2800" dirty="0" smtClean="0"/>
          </a:p>
          <a:p>
            <a:pPr marL="361950" indent="0">
              <a:buNone/>
              <a:tabLst>
                <a:tab pos="541338" algn="l"/>
              </a:tabLst>
              <a:defRPr/>
            </a:pPr>
            <a:r>
              <a:rPr lang="fr-FR" sz="2400" dirty="0" smtClean="0"/>
              <a:t>Objectif spécifique : A l’issue de la séquence les stagiaires seront capables, individuellement, de compléter un texte lacunaire sur les contraintes physiologiques liées à l’utilisation de l’ARI, 3 erreurs seront tolérées.</a:t>
            </a:r>
          </a:p>
        </p:txBody>
      </p:sp>
      <p:pic>
        <p:nvPicPr>
          <p:cNvPr id="3076" name="Picture 4" descr="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50825" y="260350"/>
            <a:ext cx="730250" cy="93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Contraintes physiologiques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3800" b="1" dirty="0" smtClean="0"/>
              <a:t>Les perturbations sensorielles</a:t>
            </a:r>
          </a:p>
          <a:p>
            <a:pPr indent="198438">
              <a:buFont typeface="Wingdings" pitchFamily="2" charset="2"/>
              <a:buChar char="ü"/>
            </a:pPr>
            <a:r>
              <a:rPr lang="fr-FR" sz="3300" dirty="0" smtClean="0"/>
              <a:t>Modification du schéma corporel</a:t>
            </a:r>
          </a:p>
          <a:p>
            <a:pPr indent="198438">
              <a:buFont typeface="Wingdings" pitchFamily="2" charset="2"/>
              <a:buChar char="ü"/>
            </a:pPr>
            <a:r>
              <a:rPr lang="fr-FR" sz="3300" dirty="0" smtClean="0"/>
              <a:t>Déficit sensoriel</a:t>
            </a:r>
          </a:p>
          <a:p>
            <a:pPr indent="198438">
              <a:buFont typeface="Wingdings" pitchFamily="2" charset="2"/>
              <a:buChar char="ü"/>
            </a:pPr>
            <a:r>
              <a:rPr lang="fr-FR" sz="3300" dirty="0" smtClean="0"/>
              <a:t>Vie de relation</a:t>
            </a:r>
          </a:p>
          <a:p>
            <a:r>
              <a:rPr lang="fr-FR" sz="3800" b="1" dirty="0" smtClean="0"/>
              <a:t>Augmentation du travail du porteur</a:t>
            </a:r>
          </a:p>
          <a:p>
            <a:pPr indent="19050">
              <a:buFont typeface="Wingdings" pitchFamily="2" charset="2"/>
              <a:buChar char="ü"/>
            </a:pPr>
            <a:r>
              <a:rPr lang="fr-FR" dirty="0" smtClean="0"/>
              <a:t>Résistances respiratoires</a:t>
            </a:r>
          </a:p>
          <a:p>
            <a:pPr indent="19050">
              <a:buFont typeface="Wingdings" pitchFamily="2" charset="2"/>
              <a:buChar char="ü"/>
            </a:pPr>
            <a:r>
              <a:rPr lang="fr-FR" sz="3300" dirty="0" smtClean="0"/>
              <a:t>Augmentation de l’espace mort</a:t>
            </a:r>
          </a:p>
          <a:p>
            <a:pPr indent="19050">
              <a:buFont typeface="Wingdings" pitchFamily="2" charset="2"/>
              <a:buChar char="ü"/>
            </a:pPr>
            <a:r>
              <a:rPr lang="fr-FR" sz="3300" dirty="0" smtClean="0"/>
              <a:t>Stress émotif</a:t>
            </a:r>
          </a:p>
          <a:p>
            <a:pPr indent="19050">
              <a:buFont typeface="Wingdings" pitchFamily="2" charset="2"/>
              <a:buChar char="ü"/>
            </a:pPr>
            <a:r>
              <a:rPr lang="fr-FR" sz="3300" dirty="0" smtClean="0"/>
              <a:t>Poids de l’appareil</a:t>
            </a:r>
          </a:p>
          <a:p>
            <a:pPr indent="19050">
              <a:buFont typeface="Wingdings" pitchFamily="2" charset="2"/>
              <a:buChar char="ü"/>
            </a:pPr>
            <a:r>
              <a:rPr lang="fr-FR" sz="3300" dirty="0" smtClean="0"/>
              <a:t>Conséquences sur la thermorégulation</a:t>
            </a:r>
          </a:p>
        </p:txBody>
      </p:sp>
      <p:pic>
        <p:nvPicPr>
          <p:cNvPr id="4" name="Picture 4" descr="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50825" y="260350"/>
            <a:ext cx="730250" cy="93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Les perturbations sensorielles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ü"/>
            </a:pPr>
            <a:r>
              <a:rPr lang="fr-FR" dirty="0" smtClean="0"/>
              <a:t>Modifications du schéma corporel</a:t>
            </a:r>
          </a:p>
          <a:p>
            <a:pPr>
              <a:buNone/>
            </a:pPr>
            <a:r>
              <a:rPr lang="fr-FR" dirty="0" smtClean="0"/>
              <a:t>    </a:t>
            </a:r>
          </a:p>
          <a:p>
            <a:pPr>
              <a:buFont typeface="Wingdings" pitchFamily="2" charset="2"/>
              <a:buChar char="Ø"/>
            </a:pPr>
            <a:r>
              <a:rPr lang="fr-FR" dirty="0" smtClean="0"/>
              <a:t>Modification des capacités de </a:t>
            </a:r>
            <a:r>
              <a:rPr lang="fr-FR" dirty="0" smtClean="0"/>
              <a:t>mobilisation</a:t>
            </a:r>
          </a:p>
          <a:p>
            <a:pPr>
              <a:buFont typeface="Wingdings" pitchFamily="2" charset="2"/>
              <a:buChar char="Ø"/>
            </a:pPr>
            <a:endParaRPr lang="fr-FR" dirty="0" smtClean="0"/>
          </a:p>
          <a:p>
            <a:pPr>
              <a:buFont typeface="Wingdings" pitchFamily="2" charset="2"/>
              <a:buChar char="Ø"/>
            </a:pPr>
            <a:r>
              <a:rPr lang="fr-FR" dirty="0" smtClean="0"/>
              <a:t>Augmentation </a:t>
            </a:r>
            <a:r>
              <a:rPr lang="fr-FR" dirty="0" smtClean="0"/>
              <a:t>du gabarit du </a:t>
            </a:r>
            <a:r>
              <a:rPr lang="fr-FR" dirty="0" smtClean="0"/>
              <a:t>porteur</a:t>
            </a:r>
            <a:endParaRPr lang="fr-FR" dirty="0" smtClean="0"/>
          </a:p>
          <a:p>
            <a:pPr>
              <a:buFont typeface="Wingdings" pitchFamily="2" charset="2"/>
              <a:buChar char="Ø"/>
            </a:pPr>
            <a:endParaRPr lang="fr-FR" dirty="0" smtClean="0"/>
          </a:p>
          <a:p>
            <a:pPr>
              <a:buFont typeface="Wingdings" pitchFamily="2" charset="2"/>
              <a:buChar char="Ø"/>
            </a:pPr>
            <a:r>
              <a:rPr lang="fr-FR" dirty="0" smtClean="0"/>
              <a:t>Création </a:t>
            </a:r>
            <a:r>
              <a:rPr lang="fr-FR" dirty="0" smtClean="0"/>
              <a:t>d’un ballant </a:t>
            </a:r>
            <a:r>
              <a:rPr lang="fr-FR" dirty="0" smtClean="0"/>
              <a:t>d’inertie</a:t>
            </a:r>
            <a:endParaRPr lang="fr-FR" dirty="0"/>
          </a:p>
        </p:txBody>
      </p:sp>
      <p:pic>
        <p:nvPicPr>
          <p:cNvPr id="4" name="Picture 4" descr="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50825" y="260350"/>
            <a:ext cx="730250" cy="93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Les perturbations sensorielles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ü"/>
            </a:pPr>
            <a:r>
              <a:rPr lang="fr-FR" b="1" dirty="0" smtClean="0"/>
              <a:t>Déficit </a:t>
            </a:r>
            <a:r>
              <a:rPr lang="fr-FR" b="1" dirty="0" smtClean="0"/>
              <a:t>sensoriel</a:t>
            </a:r>
          </a:p>
          <a:p>
            <a:pPr>
              <a:buNone/>
            </a:pPr>
            <a:endParaRPr lang="fr-FR" b="1" dirty="0" smtClean="0"/>
          </a:p>
          <a:p>
            <a:pPr>
              <a:buFont typeface="Wingdings" pitchFamily="2" charset="2"/>
              <a:buChar char="Ø"/>
            </a:pPr>
            <a:r>
              <a:rPr lang="fr-FR" dirty="0" smtClean="0"/>
              <a:t>Champ </a:t>
            </a:r>
            <a:r>
              <a:rPr lang="fr-FR" dirty="0" smtClean="0"/>
              <a:t>visuel </a:t>
            </a:r>
            <a:r>
              <a:rPr lang="fr-FR" dirty="0" smtClean="0"/>
              <a:t>réduit</a:t>
            </a:r>
          </a:p>
          <a:p>
            <a:pPr>
              <a:buFont typeface="Wingdings" pitchFamily="2" charset="2"/>
              <a:buChar char="Ø"/>
            </a:pPr>
            <a:endParaRPr lang="fr-FR" dirty="0" smtClean="0"/>
          </a:p>
          <a:p>
            <a:pPr>
              <a:buFont typeface="Wingdings" pitchFamily="2" charset="2"/>
              <a:buChar char="Ø"/>
            </a:pPr>
            <a:r>
              <a:rPr lang="fr-FR" dirty="0" smtClean="0"/>
              <a:t>Acuité visuelle </a:t>
            </a:r>
            <a:r>
              <a:rPr lang="fr-FR" dirty="0" smtClean="0"/>
              <a:t>diminuée</a:t>
            </a:r>
            <a:endParaRPr lang="fr-FR" dirty="0" smtClean="0"/>
          </a:p>
        </p:txBody>
      </p:sp>
      <p:pic>
        <p:nvPicPr>
          <p:cNvPr id="4" name="Picture 4" descr="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50825" y="260350"/>
            <a:ext cx="730250" cy="93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5143504" y="1568006"/>
            <a:ext cx="2928958" cy="4411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Les perturbations sensorielles</a:t>
            </a:r>
            <a:endParaRPr lang="fr-FR" dirty="0"/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18625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fr-FR" dirty="0" smtClean="0"/>
              <a:t>Acuité </a:t>
            </a:r>
            <a:r>
              <a:rPr lang="fr-FR" dirty="0" smtClean="0"/>
              <a:t>auditive </a:t>
            </a:r>
            <a:r>
              <a:rPr lang="fr-FR" dirty="0" smtClean="0"/>
              <a:t>perturbée</a:t>
            </a:r>
          </a:p>
          <a:p>
            <a:pPr>
              <a:buNone/>
            </a:pPr>
            <a:endParaRPr lang="fr-FR" dirty="0" smtClean="0"/>
          </a:p>
          <a:p>
            <a:pPr>
              <a:buFont typeface="Wingdings" pitchFamily="2" charset="2"/>
              <a:buChar char="Ø"/>
            </a:pPr>
            <a:r>
              <a:rPr lang="fr-FR" dirty="0" smtClean="0"/>
              <a:t>Perte de </a:t>
            </a:r>
            <a:r>
              <a:rPr lang="fr-FR" dirty="0" smtClean="0"/>
              <a:t>l’odorat </a:t>
            </a:r>
          </a:p>
          <a:p>
            <a:pPr>
              <a:buFont typeface="Wingdings" pitchFamily="2" charset="2"/>
              <a:buChar char="Ø"/>
            </a:pPr>
            <a:endParaRPr lang="fr-FR" dirty="0" smtClean="0"/>
          </a:p>
          <a:p>
            <a:pPr>
              <a:buFont typeface="Wingdings" pitchFamily="2" charset="2"/>
              <a:buChar char="Ø"/>
            </a:pPr>
            <a:r>
              <a:rPr lang="fr-FR" dirty="0" smtClean="0"/>
              <a:t>Perception </a:t>
            </a:r>
            <a:r>
              <a:rPr lang="fr-FR" dirty="0" smtClean="0"/>
              <a:t>des rayonnements </a:t>
            </a:r>
            <a:r>
              <a:rPr lang="fr-FR" dirty="0" smtClean="0"/>
              <a:t>limitée</a:t>
            </a:r>
            <a:endParaRPr lang="fr-FR" dirty="0" smtClean="0"/>
          </a:p>
          <a:p>
            <a:pPr>
              <a:buNone/>
            </a:pPr>
            <a:endParaRPr lang="fr-FR" b="1" dirty="0" smtClean="0"/>
          </a:p>
          <a:p>
            <a:pPr>
              <a:buNone/>
            </a:pPr>
            <a:endParaRPr lang="fr-FR" dirty="0"/>
          </a:p>
        </p:txBody>
      </p:sp>
      <p:pic>
        <p:nvPicPr>
          <p:cNvPr id="7" name="Picture 4" descr="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50825" y="260350"/>
            <a:ext cx="730250" cy="93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Les perturbations sensorielles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ü"/>
            </a:pPr>
            <a:r>
              <a:rPr lang="fr-FR" dirty="0" smtClean="0"/>
              <a:t> Vie de relation</a:t>
            </a:r>
            <a:endParaRPr lang="fr-FR" dirty="0"/>
          </a:p>
        </p:txBody>
      </p:sp>
      <p:pic>
        <p:nvPicPr>
          <p:cNvPr id="4" name="Picture 4" descr="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50825" y="260350"/>
            <a:ext cx="730250" cy="93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428604"/>
            <a:ext cx="8229600" cy="989034"/>
          </a:xfrm>
        </p:spPr>
        <p:txBody>
          <a:bodyPr>
            <a:normAutofit fontScale="90000"/>
          </a:bodyPr>
          <a:lstStyle/>
          <a:p>
            <a:r>
              <a:rPr lang="fr-FR" sz="4200" dirty="0" smtClean="0"/>
              <a:t>Augmentation du travail du porteur</a:t>
            </a:r>
            <a:r>
              <a:rPr lang="fr-FR" b="1" dirty="0" smtClean="0"/>
              <a:t/>
            </a:r>
            <a:br>
              <a:rPr lang="fr-FR" b="1" dirty="0" smtClean="0"/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Picture 4" descr="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50825" y="260350"/>
            <a:ext cx="730250" cy="93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284</TotalTime>
  <Words>398</Words>
  <PresentationFormat>Affichage à l'écran (4:3)</PresentationFormat>
  <Paragraphs>66</Paragraphs>
  <Slides>8</Slides>
  <Notes>8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Thème Office</vt:lpstr>
      <vt:lpstr>Techniques Opérationnelles  Niveau 1 - SPV </vt:lpstr>
      <vt:lpstr>Diapositive 2</vt:lpstr>
      <vt:lpstr>Contraintes physiologiques</vt:lpstr>
      <vt:lpstr>Les perturbations sensorielles</vt:lpstr>
      <vt:lpstr>Les perturbations sensorielles</vt:lpstr>
      <vt:lpstr>Les perturbations sensorielles</vt:lpstr>
      <vt:lpstr>Les perturbations sensorielles</vt:lpstr>
      <vt:lpstr>Augmentation du travail du porteur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Franck</dc:creator>
  <cp:lastModifiedBy>Franck</cp:lastModifiedBy>
  <cp:revision>30</cp:revision>
  <dcterms:created xsi:type="dcterms:W3CDTF">2009-03-12T14:44:44Z</dcterms:created>
  <dcterms:modified xsi:type="dcterms:W3CDTF">2009-03-23T15:40:11Z</dcterms:modified>
</cp:coreProperties>
</file>