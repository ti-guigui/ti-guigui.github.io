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doc" ContentType="application/msword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-106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2E6673-17F5-4D88-A8CD-B76371273567}" type="datetimeFigureOut">
              <a:rPr lang="fr-FR" smtClean="0"/>
              <a:pPr/>
              <a:t>26/03/2009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77159-D811-46E4-805A-B61F35F505B5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77159-D811-46E4-805A-B61F35F505B5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77159-D811-46E4-805A-B61F35F505B5}" type="slidenum">
              <a:rPr lang="fr-FR" smtClean="0"/>
              <a:p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77159-D811-46E4-805A-B61F35F505B5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77159-D811-46E4-805A-B61F35F505B5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77159-D811-46E4-805A-B61F35F505B5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26/03/2009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Document_Microsoft_Office_Word_97_-_200311.doc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D&#233;finitions-%20Document%20B1-1.docx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Atmosph&#232;res%20non%20respirables.pp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Vrai%20Faux%20-Document%20B1-3.docx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Vrai%20Faux%20(corrig&#233;)%20-%20Document%20B1-4.docx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Document%20stagiaire%20B1-5.docx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6074" y="785794"/>
          <a:ext cx="9107926" cy="5305840"/>
        </p:xfrm>
        <a:graphic>
          <a:graphicData uri="http://schemas.openxmlformats.org/presentationml/2006/ole">
            <p:oleObj spid="_x0000_s1026" name="Document" r:id="rId4" imgW="10546270" imgH="6078190" progId="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Activité de découverte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Travail en 2 sous-groupes, 1 document par stagiaire</a:t>
            </a:r>
          </a:p>
          <a:p>
            <a:r>
              <a:rPr lang="fr-FR" dirty="0" smtClean="0"/>
              <a:t>Document </a:t>
            </a:r>
            <a:r>
              <a:rPr lang="fr-FR" dirty="0" smtClean="0"/>
              <a:t>B1-1-1 </a:t>
            </a:r>
            <a:r>
              <a:rPr lang="fr-FR" dirty="0" smtClean="0"/>
              <a:t>: liste de termes à découvrir</a:t>
            </a:r>
          </a:p>
          <a:p>
            <a:pPr algn="ctr">
              <a:buNone/>
            </a:pPr>
            <a:r>
              <a:rPr lang="fr-FR" dirty="0" smtClean="0">
                <a:hlinkClick r:id="rId3" action="ppaction://hlinkfile"/>
              </a:rPr>
              <a:t>Définitions- Document B1-1.docx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Pas de correction lors de l’activité de découverte </a:t>
            </a:r>
          </a:p>
          <a:p>
            <a:pPr>
              <a:buNone/>
            </a:pPr>
            <a:r>
              <a:rPr lang="fr-FR" dirty="0" smtClean="0"/>
              <a:t>Travail des stagiaires = préalable à l’exposé 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Activité démonstrative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Diaporama commenté sur les atmosphères non respirables (20 diapositives)</a:t>
            </a:r>
          </a:p>
          <a:p>
            <a:endParaRPr lang="fr-FR" dirty="0" smtClean="0"/>
          </a:p>
          <a:p>
            <a:pPr algn="ctr">
              <a:buNone/>
            </a:pPr>
            <a:r>
              <a:rPr lang="fr-FR" dirty="0" smtClean="0">
                <a:hlinkClick r:id="rId3" action="ppaction://hlinkpres?slideindex=1&amp;slidetitle="/>
              </a:rPr>
              <a:t>Atmosphères non respirables.ppt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 smtClean="0"/>
          </a:p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Activité applicative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Questionnaire Vrai/Faux (2 erreurs tolérées)</a:t>
            </a:r>
          </a:p>
          <a:p>
            <a:pPr algn="ctr">
              <a:buNone/>
            </a:pPr>
            <a:r>
              <a:rPr lang="fr-FR" dirty="0" smtClean="0">
                <a:hlinkClick r:id="rId3" action="ppaction://hlinkfile"/>
              </a:rPr>
              <a:t>Vrai Faux -Document B1-3.docx</a:t>
            </a:r>
            <a:endParaRPr lang="fr-FR" dirty="0" smtClean="0"/>
          </a:p>
          <a:p>
            <a:pPr algn="ctr">
              <a:buNone/>
            </a:pPr>
            <a:endParaRPr lang="fr-FR" dirty="0" smtClean="0"/>
          </a:p>
          <a:p>
            <a:r>
              <a:rPr lang="fr-FR" dirty="0" smtClean="0"/>
              <a:t>Correction en plénière, corrigé justifié</a:t>
            </a:r>
          </a:p>
          <a:p>
            <a:pPr algn="ctr">
              <a:buNone/>
            </a:pPr>
            <a:r>
              <a:rPr lang="fr-FR" dirty="0" smtClean="0">
                <a:hlinkClick r:id="rId4" action="ppaction://hlinkfile"/>
              </a:rPr>
              <a:t>Vrai Faux (corrigé) - Document B1-4.docx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Document stagiaire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Distribué aux stagiaires en fin de séquence</a:t>
            </a:r>
          </a:p>
          <a:p>
            <a:endParaRPr lang="fr-FR" dirty="0" smtClean="0"/>
          </a:p>
          <a:p>
            <a:pPr algn="ctr">
              <a:buNone/>
            </a:pPr>
            <a:r>
              <a:rPr lang="fr-FR" dirty="0" smtClean="0">
                <a:hlinkClick r:id="rId3" action="ppaction://hlinkfile"/>
              </a:rPr>
              <a:t>Document stagiaire B1-5.docx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</Words>
  <PresentationFormat>Affichage à l'écran (4:3)</PresentationFormat>
  <Paragraphs>28</Paragraphs>
  <Slides>5</Slides>
  <Notes>5</Notes>
  <HiddenSlides>0</HiddenSlides>
  <MMClips>0</MMClips>
  <ScaleCrop>false</ScaleCrop>
  <HeadingPairs>
    <vt:vector size="6" baseType="variant"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7" baseType="lpstr">
      <vt:lpstr>Thème Office</vt:lpstr>
      <vt:lpstr>Document</vt:lpstr>
      <vt:lpstr>Diapositive 1</vt:lpstr>
      <vt:lpstr>Activité de découverte</vt:lpstr>
      <vt:lpstr>Activité démonstrative</vt:lpstr>
      <vt:lpstr>Activité applicative</vt:lpstr>
      <vt:lpstr>Document stagiaire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Franck</dc:creator>
  <cp:lastModifiedBy>Franck</cp:lastModifiedBy>
  <cp:revision>3</cp:revision>
  <dcterms:created xsi:type="dcterms:W3CDTF">2009-03-25T20:33:10Z</dcterms:created>
  <dcterms:modified xsi:type="dcterms:W3CDTF">2009-03-26T08:48:54Z</dcterms:modified>
</cp:coreProperties>
</file>