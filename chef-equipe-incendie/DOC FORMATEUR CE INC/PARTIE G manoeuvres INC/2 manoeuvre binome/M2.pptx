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61263" cy="10440988"/>
  <p:notesSz cx="6858000" cy="9144000"/>
  <p:defaultTextStyle>
    <a:defPPr>
      <a:defRPr lang="fr-FR"/>
    </a:defPPr>
    <a:lvl1pPr marL="0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81080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62160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43241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24321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05401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86481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67563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48642" algn="l" defTabSz="96216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32" autoAdjust="0"/>
  </p:normalViewPr>
  <p:slideViewPr>
    <p:cSldViewPr>
      <p:cViewPr>
        <p:scale>
          <a:sx n="80" d="100"/>
          <a:sy n="80" d="100"/>
        </p:scale>
        <p:origin x="-2238" y="-78"/>
      </p:cViewPr>
      <p:guideLst>
        <p:guide orient="horz" pos="3289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097" y="3243482"/>
            <a:ext cx="6427074" cy="223804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190" y="5916565"/>
            <a:ext cx="5292884" cy="266825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3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4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5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6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7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8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290" y="6709306"/>
            <a:ext cx="6427074" cy="2073696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290" y="4425336"/>
            <a:ext cx="6427074" cy="2283966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810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62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432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924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40540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8864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3675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8486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78063" y="2436232"/>
            <a:ext cx="3339558" cy="6890570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843642" y="2436232"/>
            <a:ext cx="3339558" cy="6890570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4" y="2337143"/>
            <a:ext cx="3340871" cy="974007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1080" indent="0">
              <a:buNone/>
              <a:defRPr sz="2100" b="1"/>
            </a:lvl2pPr>
            <a:lvl3pPr marL="962160" indent="0">
              <a:buNone/>
              <a:defRPr sz="1900" b="1"/>
            </a:lvl3pPr>
            <a:lvl4pPr marL="1443241" indent="0">
              <a:buNone/>
              <a:defRPr sz="1600" b="1"/>
            </a:lvl4pPr>
            <a:lvl5pPr marL="1924321" indent="0">
              <a:buNone/>
              <a:defRPr sz="1600" b="1"/>
            </a:lvl5pPr>
            <a:lvl6pPr marL="2405401" indent="0">
              <a:buNone/>
              <a:defRPr sz="1600" b="1"/>
            </a:lvl6pPr>
            <a:lvl7pPr marL="2886481" indent="0">
              <a:buNone/>
              <a:defRPr sz="1600" b="1"/>
            </a:lvl7pPr>
            <a:lvl8pPr marL="3367563" indent="0">
              <a:buNone/>
              <a:defRPr sz="1600" b="1"/>
            </a:lvl8pPr>
            <a:lvl9pPr marL="3848642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064" y="3311148"/>
            <a:ext cx="3340871" cy="601565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018" y="2337143"/>
            <a:ext cx="3342185" cy="974007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1080" indent="0">
              <a:buNone/>
              <a:defRPr sz="2100" b="1"/>
            </a:lvl2pPr>
            <a:lvl3pPr marL="962160" indent="0">
              <a:buNone/>
              <a:defRPr sz="1900" b="1"/>
            </a:lvl3pPr>
            <a:lvl4pPr marL="1443241" indent="0">
              <a:buNone/>
              <a:defRPr sz="1600" b="1"/>
            </a:lvl4pPr>
            <a:lvl5pPr marL="1924321" indent="0">
              <a:buNone/>
              <a:defRPr sz="1600" b="1"/>
            </a:lvl5pPr>
            <a:lvl6pPr marL="2405401" indent="0">
              <a:buNone/>
              <a:defRPr sz="1600" b="1"/>
            </a:lvl6pPr>
            <a:lvl7pPr marL="2886481" indent="0">
              <a:buNone/>
              <a:defRPr sz="1600" b="1"/>
            </a:lvl7pPr>
            <a:lvl8pPr marL="3367563" indent="0">
              <a:buNone/>
              <a:defRPr sz="1600" b="1"/>
            </a:lvl8pPr>
            <a:lvl9pPr marL="3848642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018" y="3311148"/>
            <a:ext cx="3342185" cy="601565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4" y="415709"/>
            <a:ext cx="2487603" cy="1769167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244" y="415711"/>
            <a:ext cx="4226956" cy="891109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064" y="2184876"/>
            <a:ext cx="2487603" cy="7141926"/>
          </a:xfrm>
        </p:spPr>
        <p:txBody>
          <a:bodyPr/>
          <a:lstStyle>
            <a:lvl1pPr marL="0" indent="0">
              <a:buNone/>
              <a:defRPr sz="1400"/>
            </a:lvl1pPr>
            <a:lvl2pPr marL="481080" indent="0">
              <a:buNone/>
              <a:defRPr sz="1300"/>
            </a:lvl2pPr>
            <a:lvl3pPr marL="962160" indent="0">
              <a:buNone/>
              <a:defRPr sz="1100"/>
            </a:lvl3pPr>
            <a:lvl4pPr marL="1443241" indent="0">
              <a:buNone/>
              <a:defRPr sz="1000"/>
            </a:lvl4pPr>
            <a:lvl5pPr marL="1924321" indent="0">
              <a:buNone/>
              <a:defRPr sz="1000"/>
            </a:lvl5pPr>
            <a:lvl6pPr marL="2405401" indent="0">
              <a:buNone/>
              <a:defRPr sz="1000"/>
            </a:lvl6pPr>
            <a:lvl7pPr marL="2886481" indent="0">
              <a:buNone/>
              <a:defRPr sz="1000"/>
            </a:lvl7pPr>
            <a:lvl8pPr marL="3367563" indent="0">
              <a:buNone/>
              <a:defRPr sz="1000"/>
            </a:lvl8pPr>
            <a:lvl9pPr marL="3848642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060" y="7308695"/>
            <a:ext cx="4536758" cy="862833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82060" y="932924"/>
            <a:ext cx="4536758" cy="6264593"/>
          </a:xfrm>
        </p:spPr>
        <p:txBody>
          <a:bodyPr/>
          <a:lstStyle>
            <a:lvl1pPr marL="0" indent="0">
              <a:buNone/>
              <a:defRPr sz="3400"/>
            </a:lvl1pPr>
            <a:lvl2pPr marL="481080" indent="0">
              <a:buNone/>
              <a:defRPr sz="2900"/>
            </a:lvl2pPr>
            <a:lvl3pPr marL="962160" indent="0">
              <a:buNone/>
              <a:defRPr sz="2500"/>
            </a:lvl3pPr>
            <a:lvl4pPr marL="1443241" indent="0">
              <a:buNone/>
              <a:defRPr sz="2100"/>
            </a:lvl4pPr>
            <a:lvl5pPr marL="1924321" indent="0">
              <a:buNone/>
              <a:defRPr sz="2100"/>
            </a:lvl5pPr>
            <a:lvl6pPr marL="2405401" indent="0">
              <a:buNone/>
              <a:defRPr sz="2100"/>
            </a:lvl6pPr>
            <a:lvl7pPr marL="2886481" indent="0">
              <a:buNone/>
              <a:defRPr sz="2100"/>
            </a:lvl7pPr>
            <a:lvl8pPr marL="3367563" indent="0">
              <a:buNone/>
              <a:defRPr sz="2100"/>
            </a:lvl8pPr>
            <a:lvl9pPr marL="3848642" indent="0">
              <a:buNone/>
              <a:defRPr sz="21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060" y="8171524"/>
            <a:ext cx="4536758" cy="1225366"/>
          </a:xfrm>
        </p:spPr>
        <p:txBody>
          <a:bodyPr/>
          <a:lstStyle>
            <a:lvl1pPr marL="0" indent="0">
              <a:buNone/>
              <a:defRPr sz="1400"/>
            </a:lvl1pPr>
            <a:lvl2pPr marL="481080" indent="0">
              <a:buNone/>
              <a:defRPr sz="1300"/>
            </a:lvl2pPr>
            <a:lvl3pPr marL="962160" indent="0">
              <a:buNone/>
              <a:defRPr sz="1100"/>
            </a:lvl3pPr>
            <a:lvl4pPr marL="1443241" indent="0">
              <a:buNone/>
              <a:defRPr sz="1000"/>
            </a:lvl4pPr>
            <a:lvl5pPr marL="1924321" indent="0">
              <a:buNone/>
              <a:defRPr sz="1000"/>
            </a:lvl5pPr>
            <a:lvl6pPr marL="2405401" indent="0">
              <a:buNone/>
              <a:defRPr sz="1000"/>
            </a:lvl6pPr>
            <a:lvl7pPr marL="2886481" indent="0">
              <a:buNone/>
              <a:defRPr sz="1000"/>
            </a:lvl7pPr>
            <a:lvl8pPr marL="3367563" indent="0">
              <a:buNone/>
              <a:defRPr sz="1000"/>
            </a:lvl8pPr>
            <a:lvl9pPr marL="3848642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481916" y="418131"/>
            <a:ext cx="1701284" cy="8908677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78065" y="418131"/>
            <a:ext cx="4977832" cy="8908677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064" y="418129"/>
            <a:ext cx="6805137" cy="1740165"/>
          </a:xfrm>
          <a:prstGeom prst="rect">
            <a:avLst/>
          </a:prstGeom>
        </p:spPr>
        <p:txBody>
          <a:bodyPr vert="horz" lIns="96216" tIns="48107" rIns="96216" bIns="48107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4" y="2436232"/>
            <a:ext cx="6805137" cy="6890570"/>
          </a:xfrm>
          <a:prstGeom prst="rect">
            <a:avLst/>
          </a:prstGeom>
        </p:spPr>
        <p:txBody>
          <a:bodyPr vert="horz" lIns="96216" tIns="48107" rIns="96216" bIns="48107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063" y="9677257"/>
            <a:ext cx="1764295" cy="555885"/>
          </a:xfrm>
          <a:prstGeom prst="rect">
            <a:avLst/>
          </a:prstGeom>
        </p:spPr>
        <p:txBody>
          <a:bodyPr vert="horz" lIns="96216" tIns="48107" rIns="96216" bIns="48107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1375-595C-456B-9BE1-5424A750BDFB}" type="datetimeFigureOut">
              <a:rPr lang="fr-FR" smtClean="0"/>
              <a:pPr/>
              <a:t>12/05/2016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435" y="9677257"/>
            <a:ext cx="2394400" cy="555885"/>
          </a:xfrm>
          <a:prstGeom prst="rect">
            <a:avLst/>
          </a:prstGeom>
        </p:spPr>
        <p:txBody>
          <a:bodyPr vert="horz" lIns="96216" tIns="48107" rIns="96216" bIns="48107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18906" y="9677257"/>
            <a:ext cx="1764295" cy="555885"/>
          </a:xfrm>
          <a:prstGeom prst="rect">
            <a:avLst/>
          </a:prstGeom>
        </p:spPr>
        <p:txBody>
          <a:bodyPr vert="horz" lIns="96216" tIns="48107" rIns="96216" bIns="48107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90AB1-9896-45BE-9D82-61C91C01246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6216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809" indent="-360809" algn="l" defTabSz="96216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81756" indent="-300675" algn="l" defTabSz="96216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202700" indent="-240541" algn="l" defTabSz="962160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83781" indent="-240541" algn="l" defTabSz="96216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64862" indent="-240541" algn="l" defTabSz="962160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45941" indent="-240541" algn="l" defTabSz="96216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7022" indent="-240541" algn="l" defTabSz="96216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08101" indent="-240541" algn="l" defTabSz="96216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89181" indent="-240541" algn="l" defTabSz="96216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080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2160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3241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4321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05401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86481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67563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48642" algn="l" defTabSz="96216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116335" y="228605"/>
            <a:ext cx="5472608" cy="32798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96216" tIns="48107" rIns="96216" bIns="48107" rtlCol="0">
            <a:spAutoFit/>
          </a:bodyPr>
          <a:lstStyle/>
          <a:p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2.1 Alimentation d’une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division </a:t>
            </a:r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au moyen du dévidoir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40273" y="1634775"/>
            <a:ext cx="6408712" cy="93561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l’établissement d’une division mixte au moyen du dévidoir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 RECONNAISSANCE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40273" y="1283230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40271" y="2619088"/>
            <a:ext cx="1584176" cy="427785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0000"/>
              </a:gs>
              <a:gs pos="0">
                <a:srgbClr val="92D050"/>
              </a:gs>
              <a:gs pos="0">
                <a:srgbClr val="92D050"/>
              </a:gs>
              <a:gs pos="0">
                <a:srgbClr val="92D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 (BAL)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40273" y="3111245"/>
            <a:ext cx="6408712" cy="25850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Décroche le dévidoir et 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40273" y="3462787"/>
            <a:ext cx="1152128" cy="258508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40273" y="3814328"/>
            <a:ext cx="6408712" cy="110489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l’établissement d’une division  mixte …,  emplacement de la division ici, prise d’eau l’engin…….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ETABLISSEZ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40273" y="5009569"/>
            <a:ext cx="1152128" cy="258508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40271" y="5361111"/>
            <a:ext cx="3096344" cy="59706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Pose la division au sol, 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Rejoint l’équipier et tire le dévidoir jusqu’au point d’eau.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924649" y="5009569"/>
            <a:ext cx="1152128" cy="258508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Equipier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924649" y="5361114"/>
            <a:ext cx="3096344" cy="76633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Tire le dévidoir vers la prise d’eau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540271" y="6275119"/>
            <a:ext cx="3096344" cy="59706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Donne le ½  raccord au conducteur qui met en eau (sauf ordre contraire) ou se raccorde sur la prise d’eau et ouvre cette dernière.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3924649" y="6275119"/>
            <a:ext cx="3096344" cy="59706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Remet le dévidoir en état et le dépose à proximité de l’engin.</a:t>
            </a: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40273" y="7048513"/>
            <a:ext cx="6480720" cy="4277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S’équipent des ARI, vérifient l’établissement en remontant vers le point d’attaque et se mettent à disposition du chef d’agrès.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241" y="158297"/>
            <a:ext cx="756295" cy="91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116335" y="228606"/>
            <a:ext cx="6264696" cy="55881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96216" tIns="48107" rIns="96216" bIns="48107" rtlCol="0">
            <a:spAutoFit/>
          </a:bodyPr>
          <a:lstStyle/>
          <a:p>
            <a:pPr algn="ctr"/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2.2 </a:t>
            </a:r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Alimentation d’une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division </a:t>
            </a:r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au moyen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 tuyaux roulés en double.</a:t>
            </a:r>
            <a:endParaRPr lang="fr-FR" sz="15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40273" y="1634775"/>
            <a:ext cx="6408712" cy="93561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l’établissement d’une division au moyen de tuyaux roulés en double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 RECONNAISSANCE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40273" y="1283230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40273" y="3603403"/>
            <a:ext cx="6408712" cy="25850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40273" y="3954945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40273" y="4306490"/>
            <a:ext cx="6408712" cy="93561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l’établissement d’une division  …,  emplacement de la division ici, prise d’eau l’engin…….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ETABLISSEZ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40273" y="5361110"/>
            <a:ext cx="1152128" cy="258508"/>
          </a:xfrm>
          <a:prstGeom prst="rect">
            <a:avLst/>
          </a:prstGeom>
          <a:solidFill>
            <a:srgbClr val="FF00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40271" y="5712652"/>
            <a:ext cx="3096344" cy="110489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son tuyau et le raccorde à la division.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Vérifie la fermeture des tubulures et en ouvre une partiellement.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Rejoint l’équipier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924649" y="5361110"/>
            <a:ext cx="1152128" cy="258508"/>
          </a:xfrm>
          <a:prstGeom prst="rect">
            <a:avLst/>
          </a:prstGeom>
          <a:solidFill>
            <a:srgbClr val="92D05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Equipier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924649" y="5712652"/>
            <a:ext cx="3096344" cy="110489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un ou deux tuyau selon la distance.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Raccorde les tuyaux entre eux.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Donne le ½ raccord au conducteur qui met en eau sauf ordre contraire, ou se raccorde sur la prise d’eau et ouvre cette dernière.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40273" y="6907897"/>
            <a:ext cx="6480720" cy="4277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S’équipent des ARI, vérifient l’établissement en remontant vers le point d’attaque et se mettent à disposition du chef d’agrès.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241" y="158297"/>
            <a:ext cx="756295" cy="918400"/>
          </a:xfrm>
          <a:prstGeom prst="rect">
            <a:avLst/>
          </a:prstGeom>
          <a:noFill/>
        </p:spPr>
      </p:pic>
      <p:sp>
        <p:nvSpPr>
          <p:cNvPr id="23" name="ZoneTexte 22"/>
          <p:cNvSpPr txBox="1"/>
          <p:nvPr/>
        </p:nvSpPr>
        <p:spPr>
          <a:xfrm>
            <a:off x="540273" y="2689395"/>
            <a:ext cx="1152128" cy="258508"/>
          </a:xfrm>
          <a:prstGeom prst="rect">
            <a:avLst/>
          </a:prstGeom>
          <a:solidFill>
            <a:srgbClr val="FF00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40271" y="3040941"/>
            <a:ext cx="3096344" cy="4277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1tuyau de 70 x 20 mètres et une division de 65 / 2x40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3924649" y="2689395"/>
            <a:ext cx="1152128" cy="258508"/>
          </a:xfrm>
          <a:prstGeom prst="rect">
            <a:avLst/>
          </a:prstGeom>
          <a:solidFill>
            <a:srgbClr val="92D05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Equipier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3852641" y="3040941"/>
            <a:ext cx="3096344" cy="4277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2 tuyaux de 70 x 20 mètres</a:t>
            </a: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116335" y="228605"/>
            <a:ext cx="5832648" cy="32798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96216" tIns="48107" rIns="96216" bIns="48107" rtlCol="0">
            <a:spAutoFit/>
          </a:bodyPr>
          <a:lstStyle/>
          <a:p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2.3 </a:t>
            </a:r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Alimentation d’une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colonne sèche au </a:t>
            </a:r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moyen du dévidoir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40273" y="1634775"/>
            <a:ext cx="6408712" cy="9356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l’alimentation d’une colonne sèche au moyen du dévidoir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 RECONNAISSANCE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40273" y="1283230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40271" y="2619088"/>
            <a:ext cx="1584176" cy="427785"/>
          </a:xfrm>
          <a:prstGeom prst="rect">
            <a:avLst/>
          </a:prstGeom>
          <a:gradFill flip="none" rotWithShape="1">
            <a:gsLst>
              <a:gs pos="100000">
                <a:srgbClr val="FF0000"/>
              </a:gs>
              <a:gs pos="0">
                <a:srgbClr val="92D050"/>
              </a:gs>
              <a:gs pos="0">
                <a:srgbClr val="92D050"/>
              </a:gs>
              <a:gs pos="0">
                <a:srgbClr val="92D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 (BAL)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40271" y="3111247"/>
            <a:ext cx="3096344" cy="2585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Décroche le dévidoir et 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40273" y="3462787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40273" y="3814328"/>
            <a:ext cx="6408712" cy="11048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 l’alimentation d’une colonne sèche,  orifice d’alimentation de la colonne sèche ici, prise d’eau l’engin…….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ETABLISSEZ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40273" y="5009569"/>
            <a:ext cx="1152128" cy="258508"/>
          </a:xfrm>
          <a:prstGeom prst="rect">
            <a:avLst/>
          </a:prstGeom>
          <a:solidFill>
            <a:srgbClr val="FF00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40271" y="5361114"/>
            <a:ext cx="3096344" cy="935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Retire le division du dévidoir.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Raccorde la vanne purge à la colonne sèche et au tuyau du dévidoir. Attention au sens de la vanne purge.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Rejoint l’équipier.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924649" y="5009569"/>
            <a:ext cx="1152128" cy="258508"/>
          </a:xfrm>
          <a:prstGeom prst="rect">
            <a:avLst/>
          </a:prstGeom>
          <a:solidFill>
            <a:srgbClr val="92D05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Equipier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924649" y="5361114"/>
            <a:ext cx="3096344" cy="935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Tire le dévidoir vers la prise d’eau 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Donne le ½  raccord au conducteur qui met en eau (sauf ordre contraire) ou se raccorde sur la prise d’eau et ouvre cette dernière.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540273" y="6486047"/>
            <a:ext cx="6480720" cy="4277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S’équipent des ARI, vérifient l’établissement en remontant vers le point d’attaque et se mettent à disposition du chef d’agrès.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241" y="158297"/>
            <a:ext cx="756295" cy="918400"/>
          </a:xfrm>
          <a:prstGeom prst="rect">
            <a:avLst/>
          </a:prstGeom>
          <a:noFill/>
        </p:spPr>
      </p:pic>
      <p:sp>
        <p:nvSpPr>
          <p:cNvPr id="23" name="ZoneTexte 22"/>
          <p:cNvSpPr txBox="1"/>
          <p:nvPr/>
        </p:nvSpPr>
        <p:spPr>
          <a:xfrm>
            <a:off x="3852639" y="2689395"/>
            <a:ext cx="1152128" cy="258508"/>
          </a:xfrm>
          <a:prstGeom prst="rect">
            <a:avLst/>
          </a:prstGeom>
          <a:solidFill>
            <a:srgbClr val="FF00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852641" y="3111245"/>
            <a:ext cx="3096344" cy="2585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la vanne purge de 65 mm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241" y="158297"/>
            <a:ext cx="756295" cy="918400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1116335" y="298914"/>
            <a:ext cx="5904656" cy="55881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96216" tIns="48107" rIns="96216" bIns="48107" rtlCol="0">
            <a:spAutoFit/>
          </a:bodyPr>
          <a:lstStyle/>
          <a:p>
            <a:pPr algn="ctr"/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2.4 </a:t>
            </a:r>
            <a:r>
              <a:rPr lang="fr-FR" sz="1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Alimentation d’une </a:t>
            </a:r>
            <a:r>
              <a:rPr lang="fr-FR" sz="15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colonne sèche au moyen de tuyaux roulés en double.</a:t>
            </a:r>
            <a:endParaRPr lang="fr-FR" sz="15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40273" y="1634775"/>
            <a:ext cx="6408712" cy="93561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 Pour l’établissement d’une colonne sèche au moyen de tuyaux roulés en double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 RECONNAISSANCE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40273" y="1283230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40273" y="3884636"/>
            <a:ext cx="6408712" cy="25850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40273" y="4306486"/>
            <a:ext cx="1152128" cy="258508"/>
          </a:xfrm>
          <a:prstGeom prst="rect">
            <a:avLst/>
          </a:prstGeom>
          <a:solidFill>
            <a:srgbClr val="FFFF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d’agrès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40273" y="4728336"/>
            <a:ext cx="6408712" cy="110489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Binôme d’alimentation: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Pour  l’alimentation d’une colonne sèche,  orifice d’alimentation de la colonne sèche ici, prise d’eau l’engin…….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ETABLISSEZ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40273" y="6064193"/>
            <a:ext cx="1152128" cy="258508"/>
          </a:xfrm>
          <a:prstGeom prst="rect">
            <a:avLst/>
          </a:prstGeom>
          <a:solidFill>
            <a:srgbClr val="FF00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40271" y="6486043"/>
            <a:ext cx="3096344" cy="110489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le tuyau de 70x20 mètres.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Raccorde la vanne purge à la colonne sèche et au tuyau de 70x20 mètres. Attention au sens de la vanne purge.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Rejoint l’équipier.</a:t>
            </a: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140671" y="5993885"/>
            <a:ext cx="1152128" cy="258508"/>
          </a:xfrm>
          <a:prstGeom prst="rect">
            <a:avLst/>
          </a:prstGeom>
          <a:solidFill>
            <a:srgbClr val="92D05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Equipier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924649" y="6486043"/>
            <a:ext cx="3096344" cy="110489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un ou deux tuyau selon la distance.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Raccorde les tuyaux entre eux.</a:t>
            </a:r>
          </a:p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Donne le ½ raccord au conducteur qui met en eau sauf ordre contraire, ou se raccorde sur la prise d’eau et ouvre cette dernière.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40273" y="7821904"/>
            <a:ext cx="6480720" cy="4277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S’équipent des ARI, vérifient l’établissement en remontant vers le point d’attaque et se mettent à disposition du chef d’agrès.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40273" y="2689395"/>
            <a:ext cx="1152128" cy="258508"/>
          </a:xfrm>
          <a:prstGeom prst="rect">
            <a:avLst/>
          </a:prstGeom>
          <a:solidFill>
            <a:srgbClr val="FF000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Chef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40271" y="3040937"/>
            <a:ext cx="3096344" cy="59706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1tuyau de 70 x 20 mètres , une vanne purge de 65 mm et d’un tuyau 70x2 mètres.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924649" y="2689395"/>
            <a:ext cx="1152128" cy="258508"/>
          </a:xfrm>
          <a:prstGeom prst="rect">
            <a:avLst/>
          </a:prstGeom>
          <a:solidFill>
            <a:srgbClr val="92D050"/>
          </a:solidFill>
        </p:spPr>
        <p:txBody>
          <a:bodyPr wrap="square" lIns="88368" tIns="44184" rIns="88368" bIns="44184" rtlCol="0">
            <a:spAutoFit/>
          </a:bodyPr>
          <a:lstStyle/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Equipier BAL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852641" y="3040937"/>
            <a:ext cx="3096344" cy="59706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88368" tIns="44184" rIns="88368" bIns="44184" rtlCol="0">
            <a:spAutoFit/>
          </a:bodyPr>
          <a:lstStyle/>
          <a:p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2 tuyaux de 70 x 20 mètres</a:t>
            </a:r>
          </a:p>
          <a:p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610</Words>
  <Application>Microsoft Office PowerPoint</Application>
  <PresentationFormat>Personnalisé</PresentationFormat>
  <Paragraphs>103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Diapositive 1</vt:lpstr>
      <vt:lpstr>Diapositive 2</vt:lpstr>
      <vt:lpstr>Diapositive 3</vt:lpstr>
      <vt:lpstr>Diapositive 4</vt:lpstr>
    </vt:vector>
  </TitlesOfParts>
  <Company>MASTER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peignot.eric</dc:creator>
  <cp:lastModifiedBy>buache.renaud</cp:lastModifiedBy>
  <cp:revision>48</cp:revision>
  <dcterms:created xsi:type="dcterms:W3CDTF">2012-11-08T12:32:11Z</dcterms:created>
  <dcterms:modified xsi:type="dcterms:W3CDTF">2016-05-12T09:23:05Z</dcterms:modified>
</cp:coreProperties>
</file>