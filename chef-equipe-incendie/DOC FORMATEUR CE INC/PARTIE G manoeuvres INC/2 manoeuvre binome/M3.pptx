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1263" cy="10440988"/>
  <p:notesSz cx="6858000" cy="9144000"/>
  <p:defaultTextStyle>
    <a:defPPr>
      <a:defRPr lang="fr-FR"/>
    </a:defPPr>
    <a:lvl1pPr marL="0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0934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81869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72802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63737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54671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45606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36539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27474" algn="l" defTabSz="98186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272" y="-78"/>
      </p:cViewPr>
      <p:guideLst>
        <p:guide orient="horz" pos="3289"/>
        <p:guide pos="23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7096" y="3243477"/>
            <a:ext cx="6427074" cy="2238044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34190" y="5916561"/>
            <a:ext cx="5292884" cy="26682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1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28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63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54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45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365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27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97289" y="6709302"/>
            <a:ext cx="6427074" cy="2073696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97289" y="4425339"/>
            <a:ext cx="6427074" cy="2283964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093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81869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7280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6373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5467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4560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365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2747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83549" y="3248309"/>
            <a:ext cx="2488915" cy="918662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898486" y="3248309"/>
            <a:ext cx="2488915" cy="9186620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3" y="418123"/>
            <a:ext cx="6805137" cy="174016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4" y="2337139"/>
            <a:ext cx="3340871" cy="97400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0934" indent="0">
              <a:buNone/>
              <a:defRPr sz="2200" b="1"/>
            </a:lvl2pPr>
            <a:lvl3pPr marL="981869" indent="0">
              <a:buNone/>
              <a:defRPr sz="2000" b="1"/>
            </a:lvl3pPr>
            <a:lvl4pPr marL="1472802" indent="0">
              <a:buNone/>
              <a:defRPr sz="1700" b="1"/>
            </a:lvl4pPr>
            <a:lvl5pPr marL="1963737" indent="0">
              <a:buNone/>
              <a:defRPr sz="1700" b="1"/>
            </a:lvl5pPr>
            <a:lvl6pPr marL="2454671" indent="0">
              <a:buNone/>
              <a:defRPr sz="1700" b="1"/>
            </a:lvl6pPr>
            <a:lvl7pPr marL="2945606" indent="0">
              <a:buNone/>
              <a:defRPr sz="1700" b="1"/>
            </a:lvl7pPr>
            <a:lvl8pPr marL="3436539" indent="0">
              <a:buNone/>
              <a:defRPr sz="1700" b="1"/>
            </a:lvl8pPr>
            <a:lvl9pPr marL="3927474" indent="0">
              <a:buNone/>
              <a:defRPr sz="17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78064" y="3311147"/>
            <a:ext cx="3340871" cy="601565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841019" y="2337139"/>
            <a:ext cx="3342183" cy="97400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0934" indent="0">
              <a:buNone/>
              <a:defRPr sz="2200" b="1"/>
            </a:lvl2pPr>
            <a:lvl3pPr marL="981869" indent="0">
              <a:buNone/>
              <a:defRPr sz="2000" b="1"/>
            </a:lvl3pPr>
            <a:lvl4pPr marL="1472802" indent="0">
              <a:buNone/>
              <a:defRPr sz="1700" b="1"/>
            </a:lvl4pPr>
            <a:lvl5pPr marL="1963737" indent="0">
              <a:buNone/>
              <a:defRPr sz="1700" b="1"/>
            </a:lvl5pPr>
            <a:lvl6pPr marL="2454671" indent="0">
              <a:buNone/>
              <a:defRPr sz="1700" b="1"/>
            </a:lvl6pPr>
            <a:lvl7pPr marL="2945606" indent="0">
              <a:buNone/>
              <a:defRPr sz="1700" b="1"/>
            </a:lvl7pPr>
            <a:lvl8pPr marL="3436539" indent="0">
              <a:buNone/>
              <a:defRPr sz="1700" b="1"/>
            </a:lvl8pPr>
            <a:lvl9pPr marL="3927474" indent="0">
              <a:buNone/>
              <a:defRPr sz="17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841019" y="3311147"/>
            <a:ext cx="3342183" cy="6015654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78065" y="415707"/>
            <a:ext cx="2487604" cy="1769168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56245" y="415707"/>
            <a:ext cx="4226957" cy="8911095"/>
          </a:xfrm>
        </p:spPr>
        <p:txBody>
          <a:bodyPr/>
          <a:lstStyle>
            <a:lvl1pPr>
              <a:defRPr sz="34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78065" y="2184874"/>
            <a:ext cx="2487604" cy="7141926"/>
          </a:xfrm>
        </p:spPr>
        <p:txBody>
          <a:bodyPr/>
          <a:lstStyle>
            <a:lvl1pPr marL="0" indent="0">
              <a:buNone/>
              <a:defRPr sz="1500"/>
            </a:lvl1pPr>
            <a:lvl2pPr marL="490934" indent="0">
              <a:buNone/>
              <a:defRPr sz="1300"/>
            </a:lvl2pPr>
            <a:lvl3pPr marL="981869" indent="0">
              <a:buNone/>
              <a:defRPr sz="1000"/>
            </a:lvl3pPr>
            <a:lvl4pPr marL="1472802" indent="0">
              <a:buNone/>
              <a:defRPr sz="900"/>
            </a:lvl4pPr>
            <a:lvl5pPr marL="1963737" indent="0">
              <a:buNone/>
              <a:defRPr sz="900"/>
            </a:lvl5pPr>
            <a:lvl6pPr marL="2454671" indent="0">
              <a:buNone/>
              <a:defRPr sz="900"/>
            </a:lvl6pPr>
            <a:lvl7pPr marL="2945606" indent="0">
              <a:buNone/>
              <a:defRPr sz="900"/>
            </a:lvl7pPr>
            <a:lvl8pPr marL="3436539" indent="0">
              <a:buNone/>
              <a:defRPr sz="900"/>
            </a:lvl8pPr>
            <a:lvl9pPr marL="3927474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2061" y="7308693"/>
            <a:ext cx="4536758" cy="86283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82061" y="932922"/>
            <a:ext cx="4536758" cy="6264593"/>
          </a:xfrm>
        </p:spPr>
        <p:txBody>
          <a:bodyPr/>
          <a:lstStyle>
            <a:lvl1pPr marL="0" indent="0">
              <a:buNone/>
              <a:defRPr sz="3400"/>
            </a:lvl1pPr>
            <a:lvl2pPr marL="490934" indent="0">
              <a:buNone/>
              <a:defRPr sz="3000"/>
            </a:lvl2pPr>
            <a:lvl3pPr marL="981869" indent="0">
              <a:buNone/>
              <a:defRPr sz="2600"/>
            </a:lvl3pPr>
            <a:lvl4pPr marL="1472802" indent="0">
              <a:buNone/>
              <a:defRPr sz="2200"/>
            </a:lvl4pPr>
            <a:lvl5pPr marL="1963737" indent="0">
              <a:buNone/>
              <a:defRPr sz="2200"/>
            </a:lvl5pPr>
            <a:lvl6pPr marL="2454671" indent="0">
              <a:buNone/>
              <a:defRPr sz="2200"/>
            </a:lvl6pPr>
            <a:lvl7pPr marL="2945606" indent="0">
              <a:buNone/>
              <a:defRPr sz="2200"/>
            </a:lvl7pPr>
            <a:lvl8pPr marL="3436539" indent="0">
              <a:buNone/>
              <a:defRPr sz="2200"/>
            </a:lvl8pPr>
            <a:lvl9pPr marL="3927474" indent="0">
              <a:buNone/>
              <a:defRPr sz="22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82061" y="8171525"/>
            <a:ext cx="4536758" cy="1225365"/>
          </a:xfrm>
        </p:spPr>
        <p:txBody>
          <a:bodyPr/>
          <a:lstStyle>
            <a:lvl1pPr marL="0" indent="0">
              <a:buNone/>
              <a:defRPr sz="1500"/>
            </a:lvl1pPr>
            <a:lvl2pPr marL="490934" indent="0">
              <a:buNone/>
              <a:defRPr sz="1300"/>
            </a:lvl2pPr>
            <a:lvl3pPr marL="981869" indent="0">
              <a:buNone/>
              <a:defRPr sz="1000"/>
            </a:lvl3pPr>
            <a:lvl4pPr marL="1472802" indent="0">
              <a:buNone/>
              <a:defRPr sz="900"/>
            </a:lvl4pPr>
            <a:lvl5pPr marL="1963737" indent="0">
              <a:buNone/>
              <a:defRPr sz="900"/>
            </a:lvl5pPr>
            <a:lvl6pPr marL="2454671" indent="0">
              <a:buNone/>
              <a:defRPr sz="900"/>
            </a:lvl6pPr>
            <a:lvl7pPr marL="2945606" indent="0">
              <a:buNone/>
              <a:defRPr sz="900"/>
            </a:lvl7pPr>
            <a:lvl8pPr marL="3436539" indent="0">
              <a:buNone/>
              <a:defRPr sz="900"/>
            </a:lvl8pPr>
            <a:lvl9pPr marL="3927474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111436" y="558305"/>
            <a:ext cx="1275963" cy="1187662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83549" y="558305"/>
            <a:ext cx="3701869" cy="1187662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78063" y="418123"/>
            <a:ext cx="6805137" cy="1740164"/>
          </a:xfrm>
          <a:prstGeom prst="rect">
            <a:avLst/>
          </a:prstGeom>
        </p:spPr>
        <p:txBody>
          <a:bodyPr vert="horz" lIns="98186" tIns="49093" rIns="98186" bIns="49093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78063" y="2436233"/>
            <a:ext cx="6805137" cy="6890569"/>
          </a:xfrm>
          <a:prstGeom prst="rect">
            <a:avLst/>
          </a:prstGeom>
        </p:spPr>
        <p:txBody>
          <a:bodyPr vert="horz" lIns="98186" tIns="49093" rIns="98186" bIns="49093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78063" y="9677252"/>
            <a:ext cx="1764295" cy="555885"/>
          </a:xfrm>
          <a:prstGeom prst="rect">
            <a:avLst/>
          </a:prstGeom>
        </p:spPr>
        <p:txBody>
          <a:bodyPr vert="horz" lIns="98186" tIns="49093" rIns="98186" bIns="4909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6B584-087D-4A1A-B0C5-D624BA2D71E7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583433" y="9677252"/>
            <a:ext cx="2394400" cy="555885"/>
          </a:xfrm>
          <a:prstGeom prst="rect">
            <a:avLst/>
          </a:prstGeom>
        </p:spPr>
        <p:txBody>
          <a:bodyPr vert="horz" lIns="98186" tIns="49093" rIns="98186" bIns="4909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418905" y="9677252"/>
            <a:ext cx="1764295" cy="555885"/>
          </a:xfrm>
          <a:prstGeom prst="rect">
            <a:avLst/>
          </a:prstGeom>
        </p:spPr>
        <p:txBody>
          <a:bodyPr vert="horz" lIns="98186" tIns="49093" rIns="98186" bIns="4909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F405D-4BAB-4133-A760-3891434688A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81869" rtl="0" eaLnBrk="1" latinLnBrk="0" hangingPunct="1">
        <a:spcBef>
          <a:spcPct val="0"/>
        </a:spcBef>
        <a:buNone/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8200" indent="-368200" algn="l" defTabSz="981869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97768" indent="-306834" algn="l" defTabSz="981869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27335" indent="-245467" algn="l" defTabSz="981869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18270" indent="-245467" algn="l" defTabSz="981869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09204" indent="-245467" algn="l" defTabSz="981869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00138" indent="-245467" algn="l" defTabSz="9818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191072" indent="-245467" algn="l" defTabSz="9818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682006" indent="-245467" algn="l" defTabSz="9818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941" indent="-245467" algn="l" defTabSz="9818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0934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81869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72802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63737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54671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45606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36539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27474" algn="l" defTabSz="98186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06" y="185120"/>
            <a:ext cx="833851" cy="1074018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240084" y="204976"/>
            <a:ext cx="6043076" cy="63117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106907" tIns="53453" rIns="106907" bIns="53453" rtlCol="0">
            <a:spAutoFit/>
          </a:bodyPr>
          <a:lstStyle/>
          <a:p>
            <a:pPr algn="ctr"/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3.1 Etablissement d’une LDMR(S) 500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par les communications existantes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au moyen du sac d’attaque.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87377" y="1520522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7376" y="1931630"/>
            <a:ext cx="7065903" cy="945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au moyen du sac d’attaque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EN RECONNAISSANCE »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87376" y="3164954"/>
            <a:ext cx="1746628" cy="437699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0">
                <a:srgbClr val="FF0000"/>
              </a:gs>
              <a:gs pos="100000">
                <a:srgbClr val="FF0000"/>
              </a:gs>
              <a:gs pos="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d’attaque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BAT)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87376" y="3822727"/>
            <a:ext cx="7065903" cy="2757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Prennent le sac d’attaque et suivent le chef d’agrès.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87377" y="4316056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87376" y="4727165"/>
            <a:ext cx="7065903" cy="97522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Point d’attaque…….., Prise d’eau……., Accès….., Mission…..,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ETABLISSEZ »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87377" y="6124931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87377" y="6536041"/>
            <a:ext cx="3413863" cy="77625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Sort le premier tuyau du sac d’attaque.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Indique le point d’eau à l’équipier.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860024" y="6124931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60025" y="6536041"/>
            <a:ext cx="3413863" cy="77625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Tire le sac d’attaque jusqu’au point d’eau.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Raccorde à la prise d’eau et ouvre la tubulure ou donne le ½ rac au conducteur qui ouvre l’eau sauf ordre contraire.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287377" y="7604923"/>
            <a:ext cx="3413863" cy="45415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Arrange sa réserve de tuyau.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Attaque le feu.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3860025" y="7604922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Remonte l’établissement et viens doubler le chef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06" y="185120"/>
            <a:ext cx="833851" cy="1074018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240084" y="204976"/>
            <a:ext cx="6043076" cy="8927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106907" tIns="53453" rIns="106907" bIns="53453" rtlCol="0">
            <a:spAutoFit/>
          </a:bodyPr>
          <a:lstStyle/>
          <a:p>
            <a:pPr algn="ctr"/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3.1 bis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Etablissement d’une LDMR(S) 500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par les communications existantes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au moyen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 tuyaux roulés en double.</a:t>
            </a:r>
            <a:endParaRPr lang="fr-FR" sz="17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87377" y="1520522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7376" y="1931630"/>
            <a:ext cx="7065903" cy="945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au moyen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de tuyaux roulés en double.</a:t>
            </a:r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EN RECONNAISSANCE »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24247" y="3996358"/>
            <a:ext cx="7065903" cy="2757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24247" y="4428406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24247" y="4788446"/>
            <a:ext cx="7065903" cy="97522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Point d’attaque…….., Prise d’eau……., Accès….., Mission…..,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ETABLISSEZ »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24247" y="2988246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4247" y="3420294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d’un tuyau de 45x20 mètres et d’une LDMR(S) 500.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924647" y="2988246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924647" y="3420294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deux tuyaux de 45x20 mètres.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24247" y="6372622"/>
            <a:ext cx="3413863" cy="12840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son 45x20 mètres et le raccorde à sa LDMR(S) 500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996655" y="6372622"/>
            <a:ext cx="3413863" cy="12840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un 45x20 mètres, le raccorde au tuyau du chef et à la prise d’eau et ouvre la tubulure ou donne le ½ rac au conducteur qui ouvre l’eau sauf ordre contraire.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(Le troisième tuyau est déroulé sur ordre du chef d’agrès).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24247" y="5940574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996655" y="5940574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24247" y="7812782"/>
            <a:ext cx="3413863" cy="45415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Arrange sa réserve de tuyau.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Attaque le feu.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996655" y="7812782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Remonte l’établissement et viens doubler le chef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06" y="185120"/>
            <a:ext cx="833851" cy="1074018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240084" y="204976"/>
            <a:ext cx="6043076" cy="8927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106907" tIns="53453" rIns="106907" bIns="53453" rtlCol="0">
            <a:spAutoFit/>
          </a:bodyPr>
          <a:lstStyle/>
          <a:p>
            <a:pPr algn="ctr"/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3.2 Etablissement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d’une LDMR(S)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1000 par les communications existantes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au moyen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de tuyaux roulés en double.</a:t>
            </a:r>
            <a:endParaRPr lang="fr-FR" sz="17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87377" y="1520522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7376" y="1931630"/>
            <a:ext cx="7065903" cy="945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1000 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au moyen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de tuyaux roulés en double.</a:t>
            </a:r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EN RECONNAISSANCE »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24247" y="3996358"/>
            <a:ext cx="7065903" cy="2757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24247" y="4428406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24247" y="4788446"/>
            <a:ext cx="7065903" cy="97522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1000 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Point d’attaque…….., Prise d’eau……., Accès….., Mission…..,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ETABLISSEZ »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24247" y="2988246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324247" y="3420294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d’un tuyau de 70x20 mètres et d’une LDMR(S) 1000.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924647" y="2988246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924647" y="3420294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deux tuyaux de 70x20 mètres.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24247" y="6372622"/>
            <a:ext cx="3413863" cy="12840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son 70x20 mètres et le raccorde à sa LDMR(S) 1000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3996655" y="6372622"/>
            <a:ext cx="3413863" cy="1284085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un 70x20 mètres, le raccorde au tuyau du chef et à la prise d’eau et ouvre la tubulure ou donne le ½ rac au conducteur qui ouvre l’eau sauf ordre contraire.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(Le troisième tuyau est déroulé sur ordre du chef d’agrès).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24247" y="5940574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996655" y="5940574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24247" y="7812782"/>
            <a:ext cx="3413863" cy="45415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Arrange sa réserve de tuyau.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Attaque le feu.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3996655" y="7812782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Remonte l’établissement et viens doubler le chef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06" y="185120"/>
            <a:ext cx="833851" cy="1074018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240084" y="204976"/>
            <a:ext cx="6043076" cy="63117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106907" tIns="53453" rIns="106907" bIns="53453" rtlCol="0">
            <a:spAutoFit/>
          </a:bodyPr>
          <a:lstStyle/>
          <a:p>
            <a:pPr algn="ctr"/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3.3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Etablissement d’une LDMR(S) 500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par l’extérieur au moyen de la commande et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du sac d’attaque.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252239" y="1404070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2239" y="1764110"/>
            <a:ext cx="7065903" cy="945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au moyen du sac d’attaque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EN RECONNAISSANCE »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252239" y="2772222"/>
            <a:ext cx="1746628" cy="437699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0">
                <a:srgbClr val="FF0000"/>
              </a:gs>
              <a:gs pos="100000">
                <a:srgbClr val="FF0000"/>
              </a:gs>
              <a:gs pos="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60000"/>
                  <a:lumOff val="4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d’attaque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BAT)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52239" y="3276278"/>
            <a:ext cx="7065903" cy="2757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Prennent le sac d’attaque et suivent le chef d’agrès.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252239" y="3636318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52239" y="3996358"/>
            <a:ext cx="7065903" cy="111480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pPr algn="ctr"/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par l’extérieur au moyen de la commande Emplacement ou sera hissée la lance…..,Point 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d’attaque…….., Prise d’eau…….,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Mission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…..,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ETABLISSEZ »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52239" y="5148486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52239" y="5508526"/>
            <a:ext cx="3413863" cy="229974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Récupère la commande de l’équipier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rend au niveau ou doit être hissé la lance.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Crie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ATTENTION POUR ENVOYER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ENVOYEZ »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envoi la commande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Hisse la lance 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HISSEZ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constitue une réserve et amarre le tuyau à un point fixe.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Ordonne l’ouverture de l’eau.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OUVREZ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Attaque le feu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852639" y="5148486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2639" y="5508526"/>
            <a:ext cx="3413863" cy="229974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place à l’endroit ou sera hissée la lance.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Sécurise la zone et après avoir entendus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ATTENTION POUR ENVOYER »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l’ordre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ENVOYEZ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Amarre la lance à la commande et ordonne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HISSEZ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Facilite l’ascension de l’établissement.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OUVREZ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à la prise d’eau et ouvre l’eau ou donne le ½ rac au conducteur et ordonne l’ouverture de l’eau.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Viens doubler le chef.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106" y="185120"/>
            <a:ext cx="833851" cy="1074018"/>
          </a:xfrm>
          <a:prstGeom prst="rect">
            <a:avLst/>
          </a:prstGeom>
          <a:noFill/>
        </p:spPr>
      </p:pic>
      <p:sp>
        <p:nvSpPr>
          <p:cNvPr id="5" name="ZoneTexte 4"/>
          <p:cNvSpPr txBox="1"/>
          <p:nvPr/>
        </p:nvSpPr>
        <p:spPr>
          <a:xfrm>
            <a:off x="1240084" y="204976"/>
            <a:ext cx="6043076" cy="892780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vert="horz" wrap="square" lIns="106907" tIns="53453" rIns="106907" bIns="53453" rtlCol="0">
            <a:spAutoFit/>
          </a:bodyPr>
          <a:lstStyle/>
          <a:p>
            <a:pPr algn="ctr"/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M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3.3 bis </a:t>
            </a:r>
            <a:r>
              <a:rPr lang="fr-FR" sz="17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Etablissement d’une LDMR(S) 500 </a:t>
            </a:r>
            <a:r>
              <a:rPr lang="fr-FR" sz="17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par l’extérieur au moyen de la commande et de tuyau roulés en double.</a:t>
            </a:r>
            <a:endParaRPr lang="fr-FR" sz="1700" b="1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52239" y="1404070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52239" y="1764110"/>
            <a:ext cx="7065903" cy="94553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r>
              <a:rPr lang="fr-FR" sz="1100" dirty="0">
                <a:latin typeface="Arial" pitchFamily="34" charset="0"/>
                <a:cs typeface="Arial" pitchFamily="34" charset="0"/>
              </a:rPr>
              <a:t>Commandement préparatoire.</a:t>
            </a: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  <a:p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au moyen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de tuyaux roulés en double</a:t>
            </a:r>
            <a:endParaRPr lang="fr-FR" sz="1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EN RECONNAISSANCE » 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52239" y="4140374"/>
            <a:ext cx="1270274" cy="268422"/>
          </a:xfrm>
          <a:prstGeom prst="rect">
            <a:avLst/>
          </a:prstGeom>
          <a:solidFill>
            <a:srgbClr val="FFFF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d’agrès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252239" y="4500414"/>
            <a:ext cx="7065903" cy="111480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r>
              <a:rPr lang="fr-FR" sz="1100" dirty="0">
                <a:latin typeface="Arial" pitchFamily="34" charset="0"/>
                <a:cs typeface="Arial" pitchFamily="34" charset="0"/>
              </a:rPr>
              <a:t>Commandement d’exécution.</a:t>
            </a:r>
          </a:p>
          <a:p>
            <a:endParaRPr lang="fr-FR" sz="1100" dirty="0">
              <a:latin typeface="Arial" pitchFamily="34" charset="0"/>
              <a:cs typeface="Arial" pitchFamily="34" charset="0"/>
            </a:endParaRPr>
          </a:p>
          <a:p>
            <a:r>
              <a:rPr lang="fr-FR" sz="1100" dirty="0">
                <a:latin typeface="Arial" pitchFamily="34" charset="0"/>
                <a:cs typeface="Arial" pitchFamily="34" charset="0"/>
              </a:rPr>
              <a:t>Binôme d’attaque:</a:t>
            </a:r>
          </a:p>
          <a:p>
            <a:r>
              <a:rPr lang="fr-FR" sz="1100" dirty="0">
                <a:latin typeface="Arial" pitchFamily="34" charset="0"/>
                <a:cs typeface="Arial" pitchFamily="34" charset="0"/>
              </a:rPr>
              <a:t> Pour l’établissement d’une LDMR(S) 500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par l’extérieur au moyen de la commande Emplacement ou sera hissée la lance…..,Point 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d’attaque…….., Prise d’eau…….,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Mission</a:t>
            </a:r>
            <a:r>
              <a:rPr lang="fr-FR" sz="1100" dirty="0">
                <a:latin typeface="Arial" pitchFamily="34" charset="0"/>
                <a:cs typeface="Arial" pitchFamily="34" charset="0"/>
              </a:rPr>
              <a:t>….., </a:t>
            </a:r>
          </a:p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ETABLISSEZ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252239" y="5724550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252239" y="6084590"/>
            <a:ext cx="3413863" cy="263830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son tuyau parallèlement à la façade et le raccorde à la lance.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Récupère la commande de l’équipier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rend au niveau ou doit être hissé la lance.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Crie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ATTENTION POUR ENVOYER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ENVOYEZ »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envoi la commande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Hisse la lance 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HISSEZ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constitue une réserve et amarre le tuyau à un point fixe.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Ordonne l’ouverture de l’eau. </a:t>
            </a:r>
          </a:p>
          <a:p>
            <a:pPr algn="ctr"/>
            <a:r>
              <a:rPr lang="fr-FR" sz="1100" b="1" dirty="0" smtClean="0">
                <a:latin typeface="Arial" pitchFamily="34" charset="0"/>
                <a:cs typeface="Arial" pitchFamily="34" charset="0"/>
              </a:rPr>
              <a:t>« OUVREZ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Attaque le feu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852639" y="5724550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2639" y="6084590"/>
            <a:ext cx="3413863" cy="263830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Déroule ses tuyaux parallèlement à la façade les raccordent entre eux et à celui du chef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Sécurise la zone et après avoir entendus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ATTENTION POUR ENVOYER »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donne l’ordre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ENVOYEZ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Amarre la lance à la commande et ordonne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HISSEZ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Facilite l’ascension de l’établissement.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Au commandement « 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OUVREZ »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Raccorde à la prise d’eau et ouvre l’eau ou donne le ½ rac au conducteur et ordonne l’ouverture de l’eau.</a:t>
            </a:r>
          </a:p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Viens doubler le chef.</a:t>
            </a:r>
          </a:p>
          <a:p>
            <a:pPr algn="ctr"/>
            <a:endParaRPr lang="fr-F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52239" y="3780334"/>
            <a:ext cx="7065903" cy="27573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Suivent le chef d’agrès.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52239" y="2772222"/>
            <a:ext cx="1270274" cy="275739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Chef BAT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252239" y="3204270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d’un tuyau de 45x20 mètres et d’une LDMR(S) 500.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3852639" y="2772222"/>
            <a:ext cx="1270274" cy="2757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b="1" dirty="0">
                <a:latin typeface="Arial" pitchFamily="34" charset="0"/>
                <a:cs typeface="Arial" pitchFamily="34" charset="0"/>
              </a:rPr>
              <a:t>Equipier BAT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3852639" y="3204270"/>
            <a:ext cx="3413863" cy="437699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8186" tIns="49093" rIns="98186" bIns="49093" rtlCol="0">
            <a:spAutoFit/>
          </a:bodyPr>
          <a:lstStyle/>
          <a:p>
            <a:pPr algn="ctr"/>
            <a:r>
              <a:rPr lang="fr-FR" sz="1100" dirty="0" smtClean="0">
                <a:latin typeface="Arial" pitchFamily="34" charset="0"/>
                <a:cs typeface="Arial" pitchFamily="34" charset="0"/>
              </a:rPr>
              <a:t>Se muni de deux tuyaux de 45x20 mètres.</a:t>
            </a:r>
          </a:p>
          <a:p>
            <a:pPr algn="ctr"/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628</Words>
  <Application>Microsoft Office PowerPoint</Application>
  <PresentationFormat>Personnalisé</PresentationFormat>
  <Paragraphs>157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Diapositive 1</vt:lpstr>
      <vt:lpstr>Diapositive 2</vt:lpstr>
      <vt:lpstr>Diapositive 3</vt:lpstr>
      <vt:lpstr>Diapositive 4</vt:lpstr>
      <vt:lpstr>Diapositive 5</vt:lpstr>
    </vt:vector>
  </TitlesOfParts>
  <Company>MASTER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peignot.eric</dc:creator>
  <cp:lastModifiedBy>peignot.eric</cp:lastModifiedBy>
  <cp:revision>17</cp:revision>
  <dcterms:created xsi:type="dcterms:W3CDTF">2012-11-12T09:18:32Z</dcterms:created>
  <dcterms:modified xsi:type="dcterms:W3CDTF">2012-11-12T13:25:51Z</dcterms:modified>
</cp:coreProperties>
</file>