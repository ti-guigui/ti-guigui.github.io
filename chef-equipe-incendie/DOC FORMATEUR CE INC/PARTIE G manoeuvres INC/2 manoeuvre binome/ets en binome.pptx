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200900" cy="10440988"/>
  <p:notesSz cx="6858000" cy="9144000"/>
  <p:defaultTextStyle>
    <a:defPPr>
      <a:defRPr lang="fr-FR"/>
    </a:defPPr>
    <a:lvl1pPr marL="0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4017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08035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12052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16069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20086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24104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28121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32138" algn="l" defTabSz="100803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686" y="-114"/>
      </p:cViewPr>
      <p:guideLst>
        <p:guide orient="horz" pos="3289"/>
        <p:guide pos="22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0068" y="3243476"/>
            <a:ext cx="6120765" cy="223804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80135" y="5916560"/>
            <a:ext cx="5040630" cy="26682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4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2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6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20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4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8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2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8822" y="6709302"/>
            <a:ext cx="6120765" cy="207369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8822" y="4425338"/>
            <a:ext cx="6120765" cy="2283965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401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803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205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606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200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41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812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213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70034" y="3248308"/>
            <a:ext cx="2370296" cy="9186620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60346" y="3248308"/>
            <a:ext cx="2370296" cy="9186620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045" y="418123"/>
            <a:ext cx="6480810" cy="1740165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0046" y="2337138"/>
            <a:ext cx="3181648" cy="97400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4017" indent="0">
              <a:buNone/>
              <a:defRPr sz="2200" b="1"/>
            </a:lvl2pPr>
            <a:lvl3pPr marL="1008035" indent="0">
              <a:buNone/>
              <a:defRPr sz="2000" b="1"/>
            </a:lvl3pPr>
            <a:lvl4pPr marL="1512052" indent="0">
              <a:buNone/>
              <a:defRPr sz="1800" b="1"/>
            </a:lvl4pPr>
            <a:lvl5pPr marL="2016069" indent="0">
              <a:buNone/>
              <a:defRPr sz="1800" b="1"/>
            </a:lvl5pPr>
            <a:lvl6pPr marL="2520086" indent="0">
              <a:buNone/>
              <a:defRPr sz="1800" b="1"/>
            </a:lvl6pPr>
            <a:lvl7pPr marL="3024104" indent="0">
              <a:buNone/>
              <a:defRPr sz="1800" b="1"/>
            </a:lvl7pPr>
            <a:lvl8pPr marL="3528121" indent="0">
              <a:buNone/>
              <a:defRPr sz="1800" b="1"/>
            </a:lvl8pPr>
            <a:lvl9pPr marL="4032138" indent="0">
              <a:buNone/>
              <a:defRPr sz="18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60046" y="3311146"/>
            <a:ext cx="3181648" cy="601565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657958" y="2337138"/>
            <a:ext cx="3182898" cy="974008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4017" indent="0">
              <a:buNone/>
              <a:defRPr sz="2200" b="1"/>
            </a:lvl2pPr>
            <a:lvl3pPr marL="1008035" indent="0">
              <a:buNone/>
              <a:defRPr sz="2000" b="1"/>
            </a:lvl3pPr>
            <a:lvl4pPr marL="1512052" indent="0">
              <a:buNone/>
              <a:defRPr sz="1800" b="1"/>
            </a:lvl4pPr>
            <a:lvl5pPr marL="2016069" indent="0">
              <a:buNone/>
              <a:defRPr sz="1800" b="1"/>
            </a:lvl5pPr>
            <a:lvl6pPr marL="2520086" indent="0">
              <a:buNone/>
              <a:defRPr sz="1800" b="1"/>
            </a:lvl6pPr>
            <a:lvl7pPr marL="3024104" indent="0">
              <a:buNone/>
              <a:defRPr sz="1800" b="1"/>
            </a:lvl7pPr>
            <a:lvl8pPr marL="3528121" indent="0">
              <a:buNone/>
              <a:defRPr sz="1800" b="1"/>
            </a:lvl8pPr>
            <a:lvl9pPr marL="4032138" indent="0">
              <a:buNone/>
              <a:defRPr sz="18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657958" y="3311146"/>
            <a:ext cx="3182898" cy="601565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0045" y="415707"/>
            <a:ext cx="2369047" cy="1769167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15352" y="415707"/>
            <a:ext cx="4025504" cy="8911094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60045" y="2184874"/>
            <a:ext cx="2369047" cy="7141927"/>
          </a:xfrm>
        </p:spPr>
        <p:txBody>
          <a:bodyPr/>
          <a:lstStyle>
            <a:lvl1pPr marL="0" indent="0">
              <a:buNone/>
              <a:defRPr sz="1500"/>
            </a:lvl1pPr>
            <a:lvl2pPr marL="504017" indent="0">
              <a:buNone/>
              <a:defRPr sz="1300"/>
            </a:lvl2pPr>
            <a:lvl3pPr marL="1008035" indent="0">
              <a:buNone/>
              <a:defRPr sz="1100"/>
            </a:lvl3pPr>
            <a:lvl4pPr marL="1512052" indent="0">
              <a:buNone/>
              <a:defRPr sz="1000"/>
            </a:lvl4pPr>
            <a:lvl5pPr marL="2016069" indent="0">
              <a:buNone/>
              <a:defRPr sz="1000"/>
            </a:lvl5pPr>
            <a:lvl6pPr marL="2520086" indent="0">
              <a:buNone/>
              <a:defRPr sz="1000"/>
            </a:lvl6pPr>
            <a:lvl7pPr marL="3024104" indent="0">
              <a:buNone/>
              <a:defRPr sz="1000"/>
            </a:lvl7pPr>
            <a:lvl8pPr marL="3528121" indent="0">
              <a:buNone/>
              <a:defRPr sz="1000"/>
            </a:lvl8pPr>
            <a:lvl9pPr marL="4032138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11427" y="7308692"/>
            <a:ext cx="4320540" cy="86283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11427" y="932921"/>
            <a:ext cx="4320540" cy="6264593"/>
          </a:xfrm>
        </p:spPr>
        <p:txBody>
          <a:bodyPr/>
          <a:lstStyle>
            <a:lvl1pPr marL="0" indent="0">
              <a:buNone/>
              <a:defRPr sz="3500"/>
            </a:lvl1pPr>
            <a:lvl2pPr marL="504017" indent="0">
              <a:buNone/>
              <a:defRPr sz="3100"/>
            </a:lvl2pPr>
            <a:lvl3pPr marL="1008035" indent="0">
              <a:buNone/>
              <a:defRPr sz="2600"/>
            </a:lvl3pPr>
            <a:lvl4pPr marL="1512052" indent="0">
              <a:buNone/>
              <a:defRPr sz="2200"/>
            </a:lvl4pPr>
            <a:lvl5pPr marL="2016069" indent="0">
              <a:buNone/>
              <a:defRPr sz="2200"/>
            </a:lvl5pPr>
            <a:lvl6pPr marL="2520086" indent="0">
              <a:buNone/>
              <a:defRPr sz="2200"/>
            </a:lvl6pPr>
            <a:lvl7pPr marL="3024104" indent="0">
              <a:buNone/>
              <a:defRPr sz="2200"/>
            </a:lvl7pPr>
            <a:lvl8pPr marL="3528121" indent="0">
              <a:buNone/>
              <a:defRPr sz="2200"/>
            </a:lvl8pPr>
            <a:lvl9pPr marL="4032138" indent="0">
              <a:buNone/>
              <a:defRPr sz="22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11427" y="8171525"/>
            <a:ext cx="4320540" cy="1225365"/>
          </a:xfrm>
        </p:spPr>
        <p:txBody>
          <a:bodyPr/>
          <a:lstStyle>
            <a:lvl1pPr marL="0" indent="0">
              <a:buNone/>
              <a:defRPr sz="1500"/>
            </a:lvl1pPr>
            <a:lvl2pPr marL="504017" indent="0">
              <a:buNone/>
              <a:defRPr sz="1300"/>
            </a:lvl2pPr>
            <a:lvl3pPr marL="1008035" indent="0">
              <a:buNone/>
              <a:defRPr sz="1100"/>
            </a:lvl3pPr>
            <a:lvl4pPr marL="1512052" indent="0">
              <a:buNone/>
              <a:defRPr sz="1000"/>
            </a:lvl4pPr>
            <a:lvl5pPr marL="2016069" indent="0">
              <a:buNone/>
              <a:defRPr sz="1000"/>
            </a:lvl5pPr>
            <a:lvl6pPr marL="2520086" indent="0">
              <a:buNone/>
              <a:defRPr sz="1000"/>
            </a:lvl6pPr>
            <a:lvl7pPr marL="3024104" indent="0">
              <a:buNone/>
              <a:defRPr sz="1000"/>
            </a:lvl7pPr>
            <a:lvl8pPr marL="3528121" indent="0">
              <a:buNone/>
              <a:defRPr sz="1000"/>
            </a:lvl8pPr>
            <a:lvl9pPr marL="4032138" indent="0">
              <a:buNone/>
              <a:defRPr sz="1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915489" y="558304"/>
            <a:ext cx="1215152" cy="11876624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70034" y="558304"/>
            <a:ext cx="3525441" cy="11876624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60045" y="418123"/>
            <a:ext cx="6480810" cy="1740165"/>
          </a:xfrm>
          <a:prstGeom prst="rect">
            <a:avLst/>
          </a:prstGeom>
        </p:spPr>
        <p:txBody>
          <a:bodyPr vert="horz" lIns="100803" tIns="50402" rIns="100803" bIns="50402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0045" y="2436232"/>
            <a:ext cx="6480810" cy="6890569"/>
          </a:xfrm>
          <a:prstGeom prst="rect">
            <a:avLst/>
          </a:prstGeom>
        </p:spPr>
        <p:txBody>
          <a:bodyPr vert="horz" lIns="100803" tIns="50402" rIns="100803" bIns="50402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60045" y="9677250"/>
            <a:ext cx="1680210" cy="555886"/>
          </a:xfrm>
          <a:prstGeom prst="rect">
            <a:avLst/>
          </a:prstGeom>
        </p:spPr>
        <p:txBody>
          <a:bodyPr vert="horz" lIns="100803" tIns="50402" rIns="100803" bIns="50402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A6250-B0A0-4556-90CE-35288F3FA68D}" type="datetimeFigureOut">
              <a:rPr lang="fr-FR" smtClean="0"/>
              <a:pPr/>
              <a:t>12/11/2012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460308" y="9677250"/>
            <a:ext cx="2280285" cy="555886"/>
          </a:xfrm>
          <a:prstGeom prst="rect">
            <a:avLst/>
          </a:prstGeom>
        </p:spPr>
        <p:txBody>
          <a:bodyPr vert="horz" lIns="100803" tIns="50402" rIns="100803" bIns="50402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160645" y="9677250"/>
            <a:ext cx="1680210" cy="555886"/>
          </a:xfrm>
          <a:prstGeom prst="rect">
            <a:avLst/>
          </a:prstGeom>
        </p:spPr>
        <p:txBody>
          <a:bodyPr vert="horz" lIns="100803" tIns="50402" rIns="100803" bIns="50402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1BA3B-2F91-46D9-BD30-DA0777DE7722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08035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8013" indent="-378013" algn="l" defTabSz="1008035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9028" indent="-315011" algn="l" defTabSz="1008035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indent="-252009" algn="l" defTabSz="1008035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4060" indent="-252009" algn="l" defTabSz="1008035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8078" indent="-252009" algn="l" defTabSz="1008035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2095" indent="-252009" algn="l" defTabSz="100803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6112" indent="-252009" algn="l" defTabSz="100803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80130" indent="-252009" algn="l" defTabSz="100803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4147" indent="-252009" algn="l" defTabSz="1008035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17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8035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2052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6069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20086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4104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8121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2138" algn="l" defTabSz="100803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Image 1" descr="Description : D:\Divers\logo sdis 5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90149" cy="1609652"/>
          </a:xfrm>
          <a:prstGeom prst="rect">
            <a:avLst/>
          </a:prstGeom>
          <a:noFill/>
        </p:spPr>
      </p:pic>
      <p:sp>
        <p:nvSpPr>
          <p:cNvPr id="6" name="ZoneTexte 5"/>
          <p:cNvSpPr txBox="1"/>
          <p:nvPr/>
        </p:nvSpPr>
        <p:spPr>
          <a:xfrm>
            <a:off x="1634632" y="451639"/>
            <a:ext cx="4234070" cy="7380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0803" tIns="50402" rIns="100803" bIns="50402" rtlCol="0">
            <a:spAutoFit/>
          </a:bodyPr>
          <a:lstStyle/>
          <a:p>
            <a:pPr algn="ctr"/>
            <a:r>
              <a:rPr lang="fr-FR" dirty="0" smtClean="0">
                <a:latin typeface="Arial" pitchFamily="34" charset="0"/>
                <a:cs typeface="Arial" pitchFamily="34" charset="0"/>
              </a:rPr>
              <a:t>EQUIPES EN BINOMES</a:t>
            </a:r>
          </a:p>
          <a:p>
            <a:pPr algn="ctr"/>
            <a:r>
              <a:rPr lang="fr-FR" dirty="0" smtClean="0">
                <a:latin typeface="Arial" pitchFamily="34" charset="0"/>
                <a:cs typeface="Arial" pitchFamily="34" charset="0"/>
              </a:rPr>
              <a:t>MANŒUVRE SDIS 51</a:t>
            </a:r>
            <a:endParaRPr lang="fr-FR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0" y="1714833"/>
            <a:ext cx="7200900" cy="1240562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txBody>
          <a:bodyPr wrap="square" lIns="100803" tIns="50402" rIns="100803" bIns="50402" rtlCol="0" anchor="ctr" anchorCtr="0">
            <a:spAutoFit/>
          </a:bodyPr>
          <a:lstStyle/>
          <a:p>
            <a:pPr algn="ctr"/>
            <a:r>
              <a:rPr lang="fr-FR" sz="1500" b="1" dirty="0" smtClean="0">
                <a:latin typeface="Arial" pitchFamily="34" charset="0"/>
                <a:cs typeface="Arial" pitchFamily="34" charset="0"/>
              </a:rPr>
              <a:t>Alimentation d’une prise d’eau.</a:t>
            </a:r>
          </a:p>
          <a:p>
            <a:pPr algn="ctr"/>
            <a:endParaRPr lang="fr-FR" sz="15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2.1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Alimentation d’une prise d’eau au moyen du dévidoir.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2.2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Alimentation d’une prise d’eau au moyen de tuyaux roulés en double.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2.3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Alimentation d’une colonne sèche au moyen du dévidoir.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2.4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Alimentation d’une colonne sèche au moyen de tuyaux roulés en double.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0" y="3127082"/>
            <a:ext cx="7200900" cy="259477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lIns="100803" tIns="50402" rIns="100803" bIns="50402" rtlCol="0" anchor="ctr" anchorCtr="0">
            <a:spAutoFit/>
          </a:bodyPr>
          <a:lstStyle/>
          <a:p>
            <a:pPr algn="ctr"/>
            <a:r>
              <a:rPr lang="fr-FR" sz="1500" b="1" dirty="0" smtClean="0">
                <a:latin typeface="Arial" pitchFamily="34" charset="0"/>
                <a:cs typeface="Arial" pitchFamily="34" charset="0"/>
              </a:rPr>
              <a:t>Etablissement d’une LDMR ou LDMRS sur prise d’eau.</a:t>
            </a:r>
          </a:p>
          <a:p>
            <a:pPr algn="ctr"/>
            <a:endParaRPr lang="fr-FR" sz="15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b="1" dirty="0">
                <a:latin typeface="Arial" pitchFamily="34" charset="0"/>
                <a:cs typeface="Arial" pitchFamily="34" charset="0"/>
              </a:rPr>
              <a:t>3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.1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Etablissement d’une LDMR ou LDMRS de plain pied  au moyen du sac d’attaque.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3.1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fr-FR" sz="1100" b="1" dirty="0" smtClean="0">
                <a:latin typeface="Arial" pitchFamily="34" charset="0"/>
                <a:cs typeface="Arial" pitchFamily="34" charset="0"/>
              </a:rPr>
              <a:t>bis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Etablissement d’une LDMR ou LDMRS de plain pied  au moyen de tuyau roulés en double.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3.2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Etablissement d’une LDMR ou LDMRS par communications existantes au moyen du sac d’attaque.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3.2 bis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LDMR ou LDMRS par communications existantes au moyen de tuyau roulés en double.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3.3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LDMR ou LDMRS par l’extérieur au moyen du sac d’attaque.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3.3 bis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LDMR ou LDMRS par l’extérieur au moyen de tuyau roulés en double.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3.4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LDMR ou LDMRS au l’aide de l’échelle à coulisses au moyen du sac d’attaque.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3.4 bis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LDMR ou LDMRS au l’aide de l’échelle à coulisses au moyen de tuyau roulés en double.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3.5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LDMR ou LDMRS sur colonne sèche au moyen du sac d’attaque.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3.5 bis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LDMR ou LDMRS sur colonne sèche au moyen de tuyau roulés en double.</a:t>
            </a:r>
            <a:endParaRPr lang="fr-FR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0" y="5990358"/>
            <a:ext cx="7200900" cy="1240562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txBody>
          <a:bodyPr wrap="square" lIns="100803" tIns="50402" rIns="100803" bIns="50402" rtlCol="0" anchor="ctr" anchorCtr="0">
            <a:spAutoFit/>
          </a:bodyPr>
          <a:lstStyle/>
          <a:p>
            <a:pPr algn="ctr"/>
            <a:r>
              <a:rPr lang="fr-FR" sz="1500" b="1" dirty="0" smtClean="0">
                <a:latin typeface="Arial" pitchFamily="34" charset="0"/>
                <a:cs typeface="Arial" pitchFamily="34" charset="0"/>
              </a:rPr>
              <a:t>Alimentation de l’engin.</a:t>
            </a:r>
          </a:p>
          <a:p>
            <a:pPr algn="ctr"/>
            <a:endParaRPr lang="fr-FR" sz="15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4.1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Alimentation de l’engin à moins de 10 mètres.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4.2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Alimentation de l’engin à moins de 20 mètres.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4.3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Alimentation de l’engin à plus de 20 mètres. 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4.4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 Alimentation  de l’engin par l’établissement.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198072" y="6042710"/>
            <a:ext cx="680476" cy="386575"/>
          </a:xfrm>
          <a:prstGeom prst="rect">
            <a:avLst/>
          </a:prstGeom>
          <a:solidFill>
            <a:srgbClr val="92D050"/>
          </a:solidFill>
        </p:spPr>
        <p:txBody>
          <a:bodyPr wrap="square" lIns="100803" tIns="50402" rIns="100803" bIns="50402" rtlCol="0">
            <a:spAutoFit/>
          </a:bodyPr>
          <a:lstStyle/>
          <a:p>
            <a:pPr algn="ctr"/>
            <a:r>
              <a:rPr lang="fr-FR" sz="1800" b="1" dirty="0" smtClean="0">
                <a:latin typeface="Arial" pitchFamily="34" charset="0"/>
                <a:cs typeface="Arial" pitchFamily="34" charset="0"/>
              </a:rPr>
              <a:t>M 4</a:t>
            </a:r>
            <a:endParaRPr lang="fr-FR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0" y="7628352"/>
            <a:ext cx="7200900" cy="902007"/>
          </a:xfrm>
          <a:prstGeom prst="rect">
            <a:avLst/>
          </a:prstGeom>
          <a:noFill/>
          <a:ln w="25400">
            <a:solidFill>
              <a:srgbClr val="7030A0"/>
            </a:solidFill>
          </a:ln>
        </p:spPr>
        <p:txBody>
          <a:bodyPr wrap="square" lIns="100803" tIns="50402" rIns="100803" bIns="50402" rtlCol="0" anchor="ctr" anchorCtr="0">
            <a:spAutoFit/>
          </a:bodyPr>
          <a:lstStyle/>
          <a:p>
            <a:pPr algn="ctr"/>
            <a:r>
              <a:rPr lang="fr-FR" sz="1500" b="1" dirty="0" smtClean="0">
                <a:latin typeface="Arial" pitchFamily="34" charset="0"/>
                <a:cs typeface="Arial" pitchFamily="34" charset="0"/>
              </a:rPr>
              <a:t>Etablissement d’une lance à mousse.</a:t>
            </a:r>
          </a:p>
          <a:p>
            <a:pPr algn="ctr"/>
            <a:endParaRPr lang="fr-FR" sz="15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5.1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lance à mousse sur proportionneur mobile.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5.2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Etablissement d’une lance à mousse sur proportionneur  fixe.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0" y="8943898"/>
            <a:ext cx="7200900" cy="902007"/>
          </a:xfrm>
          <a:prstGeom prst="rect">
            <a:avLst/>
          </a:prstGeom>
          <a:noFill/>
          <a:ln w="25400">
            <a:solidFill>
              <a:srgbClr val="FFFF00"/>
            </a:solidFill>
          </a:ln>
        </p:spPr>
        <p:txBody>
          <a:bodyPr wrap="square" lIns="100803" tIns="50402" rIns="100803" bIns="50402" rtlCol="0" anchor="ctr" anchorCtr="0">
            <a:spAutoFit/>
          </a:bodyPr>
          <a:lstStyle/>
          <a:p>
            <a:pPr algn="ctr"/>
            <a:r>
              <a:rPr lang="fr-FR" sz="1500" b="1" dirty="0" smtClean="0">
                <a:latin typeface="Arial" pitchFamily="34" charset="0"/>
                <a:cs typeface="Arial" pitchFamily="34" charset="0"/>
              </a:rPr>
              <a:t>Remplacement / prolongement de tuyau.</a:t>
            </a:r>
          </a:p>
          <a:p>
            <a:pPr algn="ctr"/>
            <a:endParaRPr lang="fr-FR" sz="1500" b="1" dirty="0" smtClean="0">
              <a:latin typeface="Arial" pitchFamily="34" charset="0"/>
              <a:cs typeface="Arial" pitchFamily="34" charset="0"/>
            </a:endParaRP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6.1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Remplacement de tuyau.</a:t>
            </a:r>
          </a:p>
          <a:p>
            <a:r>
              <a:rPr lang="fr-FR" sz="1100" b="1" dirty="0" smtClean="0">
                <a:latin typeface="Arial" pitchFamily="34" charset="0"/>
                <a:cs typeface="Arial" pitchFamily="34" charset="0"/>
              </a:rPr>
              <a:t>6.2 </a:t>
            </a:r>
            <a:r>
              <a:rPr lang="fr-FR" sz="1100" dirty="0" smtClean="0">
                <a:latin typeface="Arial" pitchFamily="34" charset="0"/>
                <a:cs typeface="Arial" pitchFamily="34" charset="0"/>
              </a:rPr>
              <a:t>Prolongement de tuyau.</a:t>
            </a:r>
            <a:endParaRPr lang="fr-FR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98072" y="1767185"/>
            <a:ext cx="680476" cy="386575"/>
          </a:xfrm>
          <a:prstGeom prst="rect">
            <a:avLst/>
          </a:prstGeom>
          <a:solidFill>
            <a:srgbClr val="0070C0"/>
          </a:solidFill>
        </p:spPr>
        <p:txBody>
          <a:bodyPr wrap="square" lIns="100803" tIns="50402" rIns="100803" bIns="50402" rtlCol="0">
            <a:spAutoFit/>
          </a:bodyPr>
          <a:lstStyle/>
          <a:p>
            <a:pPr algn="ctr"/>
            <a:r>
              <a:rPr lang="fr-FR" sz="1800" b="1" dirty="0" smtClean="0">
                <a:latin typeface="Arial" pitchFamily="34" charset="0"/>
                <a:cs typeface="Arial" pitchFamily="34" charset="0"/>
              </a:rPr>
              <a:t>M 2</a:t>
            </a:r>
            <a:endParaRPr lang="fr-FR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216074" y="3204270"/>
            <a:ext cx="680476" cy="386575"/>
          </a:xfrm>
          <a:prstGeom prst="rect">
            <a:avLst/>
          </a:prstGeom>
          <a:solidFill>
            <a:srgbClr val="FF0000"/>
          </a:solidFill>
        </p:spPr>
        <p:txBody>
          <a:bodyPr wrap="square" lIns="100803" tIns="50402" rIns="100803" bIns="50402" rtlCol="0">
            <a:spAutoFit/>
          </a:bodyPr>
          <a:lstStyle/>
          <a:p>
            <a:pPr algn="ctr"/>
            <a:r>
              <a:rPr lang="fr-FR" sz="1800" b="1" dirty="0" smtClean="0">
                <a:latin typeface="Arial" pitchFamily="34" charset="0"/>
                <a:cs typeface="Arial" pitchFamily="34" charset="0"/>
              </a:rPr>
              <a:t>M 3</a:t>
            </a:r>
            <a:endParaRPr lang="fr-FR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198072" y="7687143"/>
            <a:ext cx="680476" cy="386575"/>
          </a:xfrm>
          <a:prstGeom prst="rect">
            <a:avLst/>
          </a:prstGeom>
          <a:solidFill>
            <a:srgbClr val="7030A0"/>
          </a:solidFill>
        </p:spPr>
        <p:txBody>
          <a:bodyPr wrap="square" lIns="100803" tIns="50402" rIns="100803" bIns="50402" rtlCol="0">
            <a:spAutoFit/>
          </a:bodyPr>
          <a:lstStyle/>
          <a:p>
            <a:pPr algn="ctr"/>
            <a:r>
              <a:rPr lang="fr-FR" sz="1800" b="1" dirty="0" smtClean="0">
                <a:latin typeface="Arial" pitchFamily="34" charset="0"/>
                <a:cs typeface="Arial" pitchFamily="34" charset="0"/>
              </a:rPr>
              <a:t>M 5</a:t>
            </a:r>
            <a:endParaRPr lang="fr-FR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98072" y="9002689"/>
            <a:ext cx="680476" cy="386575"/>
          </a:xfrm>
          <a:prstGeom prst="rect">
            <a:avLst/>
          </a:prstGeom>
          <a:solidFill>
            <a:srgbClr val="FFFF00"/>
          </a:solidFill>
        </p:spPr>
        <p:txBody>
          <a:bodyPr wrap="square" lIns="100803" tIns="50402" rIns="100803" bIns="50402" rtlCol="0">
            <a:spAutoFit/>
          </a:bodyPr>
          <a:lstStyle/>
          <a:p>
            <a:pPr algn="ctr"/>
            <a:r>
              <a:rPr lang="fr-FR" sz="1800" b="1" dirty="0" smtClean="0">
                <a:latin typeface="Arial" pitchFamily="34" charset="0"/>
                <a:cs typeface="Arial" pitchFamily="34" charset="0"/>
              </a:rPr>
              <a:t>M 6</a:t>
            </a:r>
            <a:endParaRPr lang="fr-FR" sz="18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329</Words>
  <Application>Microsoft Office PowerPoint</Application>
  <PresentationFormat>Personnalisé</PresentationFormat>
  <Paragraphs>39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Diapositive 1</vt:lpstr>
    </vt:vector>
  </TitlesOfParts>
  <Company>MASTER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peignot.eric</dc:creator>
  <cp:lastModifiedBy>peignot.eric</cp:lastModifiedBy>
  <cp:revision>8</cp:revision>
  <dcterms:created xsi:type="dcterms:W3CDTF">2012-11-08T09:29:53Z</dcterms:created>
  <dcterms:modified xsi:type="dcterms:W3CDTF">2012-11-12T09:54:08Z</dcterms:modified>
</cp:coreProperties>
</file>